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embeddedFontLst>
    <p:embeddedFont>
      <p:font typeface="Abel" panose="020B0604020202020204" charset="0"/>
      <p:regular r:id="rId9"/>
    </p:embeddedFont>
    <p:embeddedFont>
      <p:font typeface="Poppins" panose="020B0604020202020204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DDCCC4A-9D06-406C-B187-DC0F04118F8D}">
  <a:tblStyle styleId="{BDDCCC4A-9D06-406C-B187-DC0F04118F8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08" y="19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bbc2963555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gbbc2963555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bbc2963555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bbc2963555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bbc2963555_0_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bbc2963555_0_2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bbdb670be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3" name="Google Shape;713;gbbdb670be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bbdb670be0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bbdb670be0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892763"/>
            <a:ext cx="4176900" cy="36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2600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2886100"/>
            <a:ext cx="4176900" cy="34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 idx="2"/>
          </p:nvPr>
        </p:nvSpPr>
        <p:spPr>
          <a:xfrm>
            <a:off x="713225" y="1402650"/>
            <a:ext cx="4176900" cy="138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11000">
                <a:solidFill>
                  <a:srgbClr val="FFFFFF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4373100"/>
            <a:ext cx="2999813" cy="295452"/>
          </a:xfrm>
          <a:custGeom>
            <a:avLst/>
            <a:gdLst/>
            <a:ahLst/>
            <a:cxnLst/>
            <a:rect l="l" t="t" r="r" b="b"/>
            <a:pathLst>
              <a:path w="45049" h="3952" extrusionOk="0">
                <a:moveTo>
                  <a:pt x="0" y="1"/>
                </a:moveTo>
                <a:lnTo>
                  <a:pt x="0" y="3952"/>
                </a:lnTo>
                <a:cubicBezTo>
                  <a:pt x="1610" y="3513"/>
                  <a:pt x="3220" y="3196"/>
                  <a:pt x="4854" y="3025"/>
                </a:cubicBezTo>
                <a:cubicBezTo>
                  <a:pt x="6659" y="2830"/>
                  <a:pt x="8482" y="2787"/>
                  <a:pt x="10308" y="2787"/>
                </a:cubicBezTo>
                <a:cubicBezTo>
                  <a:pt x="11728" y="2787"/>
                  <a:pt x="13151" y="2813"/>
                  <a:pt x="14567" y="2813"/>
                </a:cubicBezTo>
                <a:cubicBezTo>
                  <a:pt x="14972" y="2813"/>
                  <a:pt x="15377" y="2811"/>
                  <a:pt x="15780" y="2806"/>
                </a:cubicBezTo>
                <a:cubicBezTo>
                  <a:pt x="25609" y="2659"/>
                  <a:pt x="35268" y="586"/>
                  <a:pt x="45048" y="50"/>
                </a:cubicBezTo>
                <a:lnTo>
                  <a:pt x="45048" y="50"/>
                </a:lnTo>
                <a:cubicBezTo>
                  <a:pt x="41999" y="123"/>
                  <a:pt x="38926" y="172"/>
                  <a:pt x="35853" y="245"/>
                </a:cubicBezTo>
                <a:cubicBezTo>
                  <a:pt x="28195" y="391"/>
                  <a:pt x="20561" y="513"/>
                  <a:pt x="12902" y="635"/>
                </a:cubicBezTo>
                <a:cubicBezTo>
                  <a:pt x="11554" y="654"/>
                  <a:pt x="10201" y="673"/>
                  <a:pt x="8849" y="673"/>
                </a:cubicBezTo>
                <a:cubicBezTo>
                  <a:pt x="6754" y="673"/>
                  <a:pt x="4661" y="627"/>
                  <a:pt x="2586" y="464"/>
                </a:cubicBezTo>
                <a:cubicBezTo>
                  <a:pt x="1708" y="391"/>
                  <a:pt x="854" y="245"/>
                  <a:pt x="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5055400" y="364900"/>
            <a:ext cx="4088602" cy="349204"/>
          </a:xfrm>
          <a:custGeom>
            <a:avLst/>
            <a:gdLst/>
            <a:ahLst/>
            <a:cxnLst/>
            <a:rect l="l" t="t" r="r" b="b"/>
            <a:pathLst>
              <a:path w="74828" h="6391" extrusionOk="0">
                <a:moveTo>
                  <a:pt x="74828" y="0"/>
                </a:moveTo>
                <a:cubicBezTo>
                  <a:pt x="54536" y="1366"/>
                  <a:pt x="34146" y="1586"/>
                  <a:pt x="13756" y="1781"/>
                </a:cubicBezTo>
                <a:lnTo>
                  <a:pt x="27122" y="3098"/>
                </a:lnTo>
                <a:cubicBezTo>
                  <a:pt x="20189" y="3829"/>
                  <a:pt x="13243" y="4199"/>
                  <a:pt x="6292" y="4199"/>
                </a:cubicBezTo>
                <a:cubicBezTo>
                  <a:pt x="4195" y="4199"/>
                  <a:pt x="2098" y="4166"/>
                  <a:pt x="0" y="4098"/>
                </a:cubicBezTo>
                <a:lnTo>
                  <a:pt x="0" y="4098"/>
                </a:lnTo>
                <a:cubicBezTo>
                  <a:pt x="7559" y="5276"/>
                  <a:pt x="15184" y="5861"/>
                  <a:pt x="22816" y="5861"/>
                </a:cubicBezTo>
                <a:cubicBezTo>
                  <a:pt x="26561" y="5861"/>
                  <a:pt x="30307" y="5720"/>
                  <a:pt x="34048" y="5439"/>
                </a:cubicBezTo>
                <a:cubicBezTo>
                  <a:pt x="37487" y="5171"/>
                  <a:pt x="40926" y="4805"/>
                  <a:pt x="44390" y="4659"/>
                </a:cubicBezTo>
                <a:cubicBezTo>
                  <a:pt x="45675" y="4602"/>
                  <a:pt x="46963" y="4578"/>
                  <a:pt x="48252" y="4578"/>
                </a:cubicBezTo>
                <a:cubicBezTo>
                  <a:pt x="51364" y="4578"/>
                  <a:pt x="54480" y="4716"/>
                  <a:pt x="57584" y="4854"/>
                </a:cubicBezTo>
                <a:cubicBezTo>
                  <a:pt x="63340" y="5098"/>
                  <a:pt x="69243" y="5366"/>
                  <a:pt x="74828" y="6390"/>
                </a:cubicBezTo>
                <a:lnTo>
                  <a:pt x="7482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-812" y="4215775"/>
            <a:ext cx="9145628" cy="2754507"/>
          </a:xfrm>
          <a:custGeom>
            <a:avLst/>
            <a:gdLst/>
            <a:ahLst/>
            <a:cxnLst/>
            <a:rect l="l" t="t" r="r" b="b"/>
            <a:pathLst>
              <a:path w="208483" h="100173" extrusionOk="0">
                <a:moveTo>
                  <a:pt x="0" y="1"/>
                </a:moveTo>
                <a:lnTo>
                  <a:pt x="208482" y="1"/>
                </a:lnTo>
                <a:lnTo>
                  <a:pt x="208482" y="100172"/>
                </a:lnTo>
                <a:lnTo>
                  <a:pt x="0" y="100172"/>
                </a:lnTo>
                <a:close/>
              </a:path>
            </a:pathLst>
          </a:custGeom>
          <a:gradFill>
            <a:gsLst>
              <a:gs pos="0">
                <a:srgbClr val="D0F3FF">
                  <a:alpha val="69411"/>
                </a:srgbClr>
              </a:gs>
              <a:gs pos="29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 hasCustomPrompt="1"/>
          </p:nvPr>
        </p:nvSpPr>
        <p:spPr>
          <a:xfrm>
            <a:off x="2008225" y="1888650"/>
            <a:ext cx="1065300" cy="92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80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/>
          </p:nvPr>
        </p:nvSpPr>
        <p:spPr>
          <a:xfrm>
            <a:off x="5191225" y="1855875"/>
            <a:ext cx="2894400" cy="36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2400" b="1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5468563" y="2313228"/>
            <a:ext cx="2339700" cy="52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7767314" y="591725"/>
            <a:ext cx="276146" cy="124940"/>
          </a:xfrm>
          <a:custGeom>
            <a:avLst/>
            <a:gdLst/>
            <a:ahLst/>
            <a:cxnLst/>
            <a:rect l="l" t="t" r="r" b="b"/>
            <a:pathLst>
              <a:path w="8474" h="3834" extrusionOk="0">
                <a:moveTo>
                  <a:pt x="0" y="1"/>
                </a:moveTo>
                <a:lnTo>
                  <a:pt x="0" y="1"/>
                </a:lnTo>
                <a:cubicBezTo>
                  <a:pt x="367" y="868"/>
                  <a:pt x="1535" y="1302"/>
                  <a:pt x="2035" y="1569"/>
                </a:cubicBezTo>
                <a:cubicBezTo>
                  <a:pt x="2335" y="1736"/>
                  <a:pt x="2903" y="2169"/>
                  <a:pt x="2869" y="2603"/>
                </a:cubicBezTo>
                <a:lnTo>
                  <a:pt x="1502" y="3036"/>
                </a:lnTo>
                <a:cubicBezTo>
                  <a:pt x="1702" y="3437"/>
                  <a:pt x="2335" y="3403"/>
                  <a:pt x="2736" y="3437"/>
                </a:cubicBezTo>
                <a:lnTo>
                  <a:pt x="2736" y="3470"/>
                </a:lnTo>
                <a:cubicBezTo>
                  <a:pt x="3036" y="3470"/>
                  <a:pt x="3069" y="3604"/>
                  <a:pt x="3370" y="3704"/>
                </a:cubicBezTo>
                <a:cubicBezTo>
                  <a:pt x="3623" y="3791"/>
                  <a:pt x="3884" y="3833"/>
                  <a:pt x="4145" y="3833"/>
                </a:cubicBezTo>
                <a:cubicBezTo>
                  <a:pt x="4776" y="3833"/>
                  <a:pt x="5399" y="3585"/>
                  <a:pt x="5871" y="3137"/>
                </a:cubicBezTo>
                <a:cubicBezTo>
                  <a:pt x="6018" y="3088"/>
                  <a:pt x="6164" y="3057"/>
                  <a:pt x="6311" y="3057"/>
                </a:cubicBezTo>
                <a:cubicBezTo>
                  <a:pt x="6365" y="3057"/>
                  <a:pt x="6418" y="3061"/>
                  <a:pt x="6472" y="3070"/>
                </a:cubicBezTo>
                <a:lnTo>
                  <a:pt x="5705" y="2703"/>
                </a:lnTo>
                <a:cubicBezTo>
                  <a:pt x="5921" y="2544"/>
                  <a:pt x="6236" y="2504"/>
                  <a:pt x="6576" y="2504"/>
                </a:cubicBezTo>
                <a:cubicBezTo>
                  <a:pt x="6928" y="2504"/>
                  <a:pt x="7305" y="2547"/>
                  <a:pt x="7626" y="2547"/>
                </a:cubicBezTo>
                <a:cubicBezTo>
                  <a:pt x="7713" y="2547"/>
                  <a:pt x="7796" y="2544"/>
                  <a:pt x="7873" y="2536"/>
                </a:cubicBezTo>
                <a:lnTo>
                  <a:pt x="8240" y="2403"/>
                </a:lnTo>
                <a:lnTo>
                  <a:pt x="8340" y="2269"/>
                </a:lnTo>
                <a:lnTo>
                  <a:pt x="8373" y="2236"/>
                </a:lnTo>
                <a:cubicBezTo>
                  <a:pt x="8473" y="2102"/>
                  <a:pt x="8406" y="2236"/>
                  <a:pt x="8473" y="2036"/>
                </a:cubicBezTo>
                <a:lnTo>
                  <a:pt x="8473" y="2036"/>
                </a:lnTo>
                <a:cubicBezTo>
                  <a:pt x="8106" y="2136"/>
                  <a:pt x="7723" y="2186"/>
                  <a:pt x="7339" y="2186"/>
                </a:cubicBezTo>
                <a:cubicBezTo>
                  <a:pt x="6955" y="2186"/>
                  <a:pt x="6572" y="2136"/>
                  <a:pt x="6205" y="2036"/>
                </a:cubicBezTo>
                <a:cubicBezTo>
                  <a:pt x="6114" y="2028"/>
                  <a:pt x="6033" y="2025"/>
                  <a:pt x="5960" y="2025"/>
                </a:cubicBezTo>
                <a:cubicBezTo>
                  <a:pt x="5118" y="2025"/>
                  <a:pt x="5402" y="2480"/>
                  <a:pt x="4681" y="2480"/>
                </a:cubicBezTo>
                <a:cubicBezTo>
                  <a:pt x="4619" y="2480"/>
                  <a:pt x="4549" y="2477"/>
                  <a:pt x="4470" y="2469"/>
                </a:cubicBezTo>
                <a:lnTo>
                  <a:pt x="4170" y="2036"/>
                </a:lnTo>
                <a:cubicBezTo>
                  <a:pt x="4157" y="2036"/>
                  <a:pt x="4154" y="2041"/>
                  <a:pt x="4149" y="2041"/>
                </a:cubicBezTo>
                <a:cubicBezTo>
                  <a:pt x="4142" y="2041"/>
                  <a:pt x="4130" y="2029"/>
                  <a:pt x="4070" y="1969"/>
                </a:cubicBezTo>
                <a:cubicBezTo>
                  <a:pt x="3970" y="1869"/>
                  <a:pt x="4037" y="1969"/>
                  <a:pt x="4003" y="1836"/>
                </a:cubicBezTo>
                <a:cubicBezTo>
                  <a:pt x="3803" y="1769"/>
                  <a:pt x="3670" y="1602"/>
                  <a:pt x="3436" y="1502"/>
                </a:cubicBezTo>
                <a:cubicBezTo>
                  <a:pt x="2569" y="1002"/>
                  <a:pt x="1201" y="668"/>
                  <a:pt x="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5827799" y="337464"/>
            <a:ext cx="276146" cy="125983"/>
          </a:xfrm>
          <a:custGeom>
            <a:avLst/>
            <a:gdLst/>
            <a:ahLst/>
            <a:cxnLst/>
            <a:rect l="l" t="t" r="r" b="b"/>
            <a:pathLst>
              <a:path w="8474" h="3866" extrusionOk="0">
                <a:moveTo>
                  <a:pt x="1" y="1"/>
                </a:moveTo>
                <a:lnTo>
                  <a:pt x="1" y="1"/>
                </a:lnTo>
                <a:cubicBezTo>
                  <a:pt x="401" y="868"/>
                  <a:pt x="1568" y="1301"/>
                  <a:pt x="2069" y="1602"/>
                </a:cubicBezTo>
                <a:cubicBezTo>
                  <a:pt x="2336" y="1768"/>
                  <a:pt x="2936" y="2169"/>
                  <a:pt x="2903" y="2636"/>
                </a:cubicBezTo>
                <a:lnTo>
                  <a:pt x="1468" y="3103"/>
                </a:lnTo>
                <a:cubicBezTo>
                  <a:pt x="1702" y="3470"/>
                  <a:pt x="2302" y="3436"/>
                  <a:pt x="2703" y="3470"/>
                </a:cubicBezTo>
                <a:lnTo>
                  <a:pt x="2736" y="3470"/>
                </a:lnTo>
                <a:cubicBezTo>
                  <a:pt x="3036" y="3470"/>
                  <a:pt x="3103" y="3603"/>
                  <a:pt x="3370" y="3737"/>
                </a:cubicBezTo>
                <a:cubicBezTo>
                  <a:pt x="3620" y="3823"/>
                  <a:pt x="3882" y="3866"/>
                  <a:pt x="4143" y="3866"/>
                </a:cubicBezTo>
                <a:cubicBezTo>
                  <a:pt x="4785" y="3866"/>
                  <a:pt x="5421" y="3610"/>
                  <a:pt x="5872" y="3136"/>
                </a:cubicBezTo>
                <a:cubicBezTo>
                  <a:pt x="6072" y="3069"/>
                  <a:pt x="6272" y="3069"/>
                  <a:pt x="6472" y="3069"/>
                </a:cubicBezTo>
                <a:lnTo>
                  <a:pt x="5738" y="2736"/>
                </a:lnTo>
                <a:cubicBezTo>
                  <a:pt x="5962" y="2572"/>
                  <a:pt x="6287" y="2534"/>
                  <a:pt x="6636" y="2534"/>
                </a:cubicBezTo>
                <a:cubicBezTo>
                  <a:pt x="6926" y="2534"/>
                  <a:pt x="7234" y="2560"/>
                  <a:pt x="7516" y="2560"/>
                </a:cubicBezTo>
                <a:cubicBezTo>
                  <a:pt x="7654" y="2560"/>
                  <a:pt x="7786" y="2554"/>
                  <a:pt x="7906" y="2536"/>
                </a:cubicBezTo>
                <a:lnTo>
                  <a:pt x="8240" y="2436"/>
                </a:lnTo>
                <a:lnTo>
                  <a:pt x="8373" y="2302"/>
                </a:lnTo>
                <a:lnTo>
                  <a:pt x="8407" y="2269"/>
                </a:lnTo>
                <a:cubicBezTo>
                  <a:pt x="8473" y="2135"/>
                  <a:pt x="8440" y="2269"/>
                  <a:pt x="8473" y="2069"/>
                </a:cubicBezTo>
                <a:lnTo>
                  <a:pt x="8473" y="2069"/>
                </a:lnTo>
                <a:cubicBezTo>
                  <a:pt x="8106" y="2169"/>
                  <a:pt x="7731" y="2219"/>
                  <a:pt x="7356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6"/>
                  <a:pt x="6021" y="2051"/>
                  <a:pt x="5933" y="2051"/>
                </a:cubicBezTo>
                <a:cubicBezTo>
                  <a:pt x="5149" y="2051"/>
                  <a:pt x="5376" y="2487"/>
                  <a:pt x="4726" y="2487"/>
                </a:cubicBezTo>
                <a:cubicBezTo>
                  <a:pt x="4653" y="2487"/>
                  <a:pt x="4568" y="2481"/>
                  <a:pt x="4471" y="2469"/>
                </a:cubicBezTo>
                <a:lnTo>
                  <a:pt x="4204" y="2069"/>
                </a:lnTo>
                <a:cubicBezTo>
                  <a:pt x="4181" y="2069"/>
                  <a:pt x="4174" y="2072"/>
                  <a:pt x="4169" y="2072"/>
                </a:cubicBezTo>
                <a:cubicBezTo>
                  <a:pt x="4159" y="2072"/>
                  <a:pt x="4159" y="2058"/>
                  <a:pt x="4070" y="1969"/>
                </a:cubicBezTo>
                <a:cubicBezTo>
                  <a:pt x="4020" y="1919"/>
                  <a:pt x="4012" y="1919"/>
                  <a:pt x="4012" y="1919"/>
                </a:cubicBezTo>
                <a:cubicBezTo>
                  <a:pt x="4012" y="1919"/>
                  <a:pt x="4020" y="1919"/>
                  <a:pt x="4004" y="1869"/>
                </a:cubicBezTo>
                <a:cubicBezTo>
                  <a:pt x="3803" y="1768"/>
                  <a:pt x="3703" y="1635"/>
                  <a:pt x="3470" y="1502"/>
                </a:cubicBezTo>
                <a:cubicBezTo>
                  <a:pt x="2603" y="1035"/>
                  <a:pt x="1235" y="668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1746098" y="1334686"/>
            <a:ext cx="276114" cy="126016"/>
          </a:xfrm>
          <a:custGeom>
            <a:avLst/>
            <a:gdLst/>
            <a:ahLst/>
            <a:cxnLst/>
            <a:rect l="l" t="t" r="r" b="b"/>
            <a:pathLst>
              <a:path w="8473" h="3867" extrusionOk="0">
                <a:moveTo>
                  <a:pt x="0" y="1"/>
                </a:moveTo>
                <a:lnTo>
                  <a:pt x="0" y="1"/>
                </a:lnTo>
                <a:cubicBezTo>
                  <a:pt x="367" y="868"/>
                  <a:pt x="1568" y="1302"/>
                  <a:pt x="2035" y="1602"/>
                </a:cubicBezTo>
                <a:cubicBezTo>
                  <a:pt x="2335" y="1769"/>
                  <a:pt x="2902" y="2169"/>
                  <a:pt x="2869" y="2636"/>
                </a:cubicBezTo>
                <a:lnTo>
                  <a:pt x="1468" y="3103"/>
                </a:lnTo>
                <a:cubicBezTo>
                  <a:pt x="1668" y="3470"/>
                  <a:pt x="2302" y="3437"/>
                  <a:pt x="2702" y="3470"/>
                </a:cubicBezTo>
                <a:cubicBezTo>
                  <a:pt x="3002" y="3470"/>
                  <a:pt x="3036" y="3637"/>
                  <a:pt x="3336" y="3737"/>
                </a:cubicBezTo>
                <a:cubicBezTo>
                  <a:pt x="3589" y="3825"/>
                  <a:pt x="3854" y="3867"/>
                  <a:pt x="4117" y="3867"/>
                </a:cubicBezTo>
                <a:cubicBezTo>
                  <a:pt x="4756" y="3867"/>
                  <a:pt x="5389" y="3619"/>
                  <a:pt x="5838" y="3170"/>
                </a:cubicBezTo>
                <a:cubicBezTo>
                  <a:pt x="5984" y="3121"/>
                  <a:pt x="6131" y="3090"/>
                  <a:pt x="6277" y="3090"/>
                </a:cubicBezTo>
                <a:cubicBezTo>
                  <a:pt x="6331" y="3090"/>
                  <a:pt x="6384" y="3094"/>
                  <a:pt x="6438" y="3103"/>
                </a:cubicBezTo>
                <a:lnTo>
                  <a:pt x="5704" y="2736"/>
                </a:lnTo>
                <a:cubicBezTo>
                  <a:pt x="5920" y="2578"/>
                  <a:pt x="6229" y="2538"/>
                  <a:pt x="6562" y="2538"/>
                </a:cubicBezTo>
                <a:cubicBezTo>
                  <a:pt x="6907" y="2538"/>
                  <a:pt x="7276" y="2581"/>
                  <a:pt x="7594" y="2581"/>
                </a:cubicBezTo>
                <a:cubicBezTo>
                  <a:pt x="7680" y="2581"/>
                  <a:pt x="7762" y="2578"/>
                  <a:pt x="7839" y="2569"/>
                </a:cubicBezTo>
                <a:lnTo>
                  <a:pt x="8239" y="2436"/>
                </a:lnTo>
                <a:lnTo>
                  <a:pt x="8373" y="2303"/>
                </a:lnTo>
                <a:lnTo>
                  <a:pt x="8373" y="2269"/>
                </a:lnTo>
                <a:cubicBezTo>
                  <a:pt x="8473" y="2136"/>
                  <a:pt x="8406" y="2269"/>
                  <a:pt x="8473" y="2069"/>
                </a:cubicBezTo>
                <a:lnTo>
                  <a:pt x="8473" y="2069"/>
                </a:lnTo>
                <a:cubicBezTo>
                  <a:pt x="8106" y="2169"/>
                  <a:pt x="7731" y="2219"/>
                  <a:pt x="7355" y="2219"/>
                </a:cubicBezTo>
                <a:cubicBezTo>
                  <a:pt x="6980" y="2219"/>
                  <a:pt x="6605" y="2169"/>
                  <a:pt x="6238" y="2069"/>
                </a:cubicBezTo>
                <a:cubicBezTo>
                  <a:pt x="6122" y="2057"/>
                  <a:pt x="6021" y="2051"/>
                  <a:pt x="5933" y="2051"/>
                </a:cubicBezTo>
                <a:cubicBezTo>
                  <a:pt x="5149" y="2051"/>
                  <a:pt x="5376" y="2487"/>
                  <a:pt x="4725" y="2487"/>
                </a:cubicBezTo>
                <a:cubicBezTo>
                  <a:pt x="4652" y="2487"/>
                  <a:pt x="4568" y="2482"/>
                  <a:pt x="4470" y="2469"/>
                </a:cubicBezTo>
                <a:lnTo>
                  <a:pt x="4170" y="2069"/>
                </a:lnTo>
                <a:cubicBezTo>
                  <a:pt x="4159" y="2058"/>
                  <a:pt x="4155" y="2058"/>
                  <a:pt x="4151" y="2058"/>
                </a:cubicBezTo>
                <a:cubicBezTo>
                  <a:pt x="4144" y="2058"/>
                  <a:pt x="4136" y="2058"/>
                  <a:pt x="4070" y="1969"/>
                </a:cubicBezTo>
                <a:cubicBezTo>
                  <a:pt x="4020" y="1919"/>
                  <a:pt x="4011" y="1919"/>
                  <a:pt x="4011" y="1919"/>
                </a:cubicBezTo>
                <a:cubicBezTo>
                  <a:pt x="4011" y="1919"/>
                  <a:pt x="4020" y="1919"/>
                  <a:pt x="4003" y="1869"/>
                </a:cubicBezTo>
                <a:cubicBezTo>
                  <a:pt x="3803" y="1769"/>
                  <a:pt x="3669" y="1635"/>
                  <a:pt x="3436" y="1502"/>
                </a:cubicBezTo>
                <a:cubicBezTo>
                  <a:pt x="2602" y="1002"/>
                  <a:pt x="1201" y="668"/>
                  <a:pt x="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1959136" y="386062"/>
            <a:ext cx="277222" cy="126016"/>
          </a:xfrm>
          <a:custGeom>
            <a:avLst/>
            <a:gdLst/>
            <a:ahLst/>
            <a:cxnLst/>
            <a:rect l="l" t="t" r="r" b="b"/>
            <a:pathLst>
              <a:path w="8507" h="3867" extrusionOk="0">
                <a:moveTo>
                  <a:pt x="1" y="1"/>
                </a:moveTo>
                <a:lnTo>
                  <a:pt x="1" y="1"/>
                </a:lnTo>
                <a:cubicBezTo>
                  <a:pt x="401" y="901"/>
                  <a:pt x="1568" y="1302"/>
                  <a:pt x="2102" y="1602"/>
                </a:cubicBezTo>
                <a:cubicBezTo>
                  <a:pt x="2369" y="1769"/>
                  <a:pt x="2936" y="2169"/>
                  <a:pt x="2936" y="2636"/>
                </a:cubicBezTo>
                <a:lnTo>
                  <a:pt x="1502" y="3103"/>
                </a:lnTo>
                <a:cubicBezTo>
                  <a:pt x="1702" y="3446"/>
                  <a:pt x="2172" y="3470"/>
                  <a:pt x="2554" y="3470"/>
                </a:cubicBezTo>
                <a:cubicBezTo>
                  <a:pt x="2617" y="3470"/>
                  <a:pt x="2679" y="3470"/>
                  <a:pt x="2736" y="3470"/>
                </a:cubicBezTo>
                <a:cubicBezTo>
                  <a:pt x="3069" y="3470"/>
                  <a:pt x="3103" y="3637"/>
                  <a:pt x="3370" y="3737"/>
                </a:cubicBezTo>
                <a:cubicBezTo>
                  <a:pt x="3633" y="3824"/>
                  <a:pt x="3901" y="3866"/>
                  <a:pt x="4165" y="3866"/>
                </a:cubicBezTo>
                <a:cubicBezTo>
                  <a:pt x="4807" y="3866"/>
                  <a:pt x="5423" y="3618"/>
                  <a:pt x="5871" y="3170"/>
                </a:cubicBezTo>
                <a:cubicBezTo>
                  <a:pt x="6072" y="3103"/>
                  <a:pt x="6272" y="3070"/>
                  <a:pt x="6472" y="3070"/>
                </a:cubicBezTo>
                <a:lnTo>
                  <a:pt x="5738" y="2736"/>
                </a:lnTo>
                <a:cubicBezTo>
                  <a:pt x="5954" y="2578"/>
                  <a:pt x="6269" y="2537"/>
                  <a:pt x="6609" y="2537"/>
                </a:cubicBezTo>
                <a:cubicBezTo>
                  <a:pt x="6961" y="2537"/>
                  <a:pt x="7339" y="2580"/>
                  <a:pt x="7659" y="2580"/>
                </a:cubicBezTo>
                <a:cubicBezTo>
                  <a:pt x="7747" y="2580"/>
                  <a:pt x="7829" y="2577"/>
                  <a:pt x="7906" y="2569"/>
                </a:cubicBezTo>
                <a:lnTo>
                  <a:pt x="8273" y="2436"/>
                </a:lnTo>
                <a:lnTo>
                  <a:pt x="8373" y="2302"/>
                </a:lnTo>
                <a:lnTo>
                  <a:pt x="8407" y="2269"/>
                </a:lnTo>
                <a:cubicBezTo>
                  <a:pt x="8473" y="2136"/>
                  <a:pt x="8440" y="2269"/>
                  <a:pt x="8507" y="2069"/>
                </a:cubicBezTo>
                <a:lnTo>
                  <a:pt x="8507" y="2069"/>
                </a:lnTo>
                <a:cubicBezTo>
                  <a:pt x="8123" y="2169"/>
                  <a:pt x="7739" y="2219"/>
                  <a:pt x="7360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7"/>
                  <a:pt x="6022" y="2051"/>
                  <a:pt x="5935" y="2051"/>
                </a:cubicBezTo>
                <a:cubicBezTo>
                  <a:pt x="5134" y="2051"/>
                  <a:pt x="5416" y="2513"/>
                  <a:pt x="4679" y="2513"/>
                </a:cubicBezTo>
                <a:cubicBezTo>
                  <a:pt x="4617" y="2513"/>
                  <a:pt x="4548" y="2509"/>
                  <a:pt x="4470" y="2502"/>
                </a:cubicBezTo>
                <a:lnTo>
                  <a:pt x="4204" y="2069"/>
                </a:lnTo>
                <a:cubicBezTo>
                  <a:pt x="4187" y="2060"/>
                  <a:pt x="4179" y="2058"/>
                  <a:pt x="4173" y="2058"/>
                </a:cubicBezTo>
                <a:cubicBezTo>
                  <a:pt x="4168" y="2058"/>
                  <a:pt x="4166" y="2060"/>
                  <a:pt x="4162" y="2060"/>
                </a:cubicBezTo>
                <a:cubicBezTo>
                  <a:pt x="4154" y="2060"/>
                  <a:pt x="4137" y="2052"/>
                  <a:pt x="4070" y="2002"/>
                </a:cubicBezTo>
                <a:cubicBezTo>
                  <a:pt x="4020" y="1935"/>
                  <a:pt x="4020" y="1935"/>
                  <a:pt x="4024" y="1935"/>
                </a:cubicBezTo>
                <a:cubicBezTo>
                  <a:pt x="4028" y="1935"/>
                  <a:pt x="4037" y="1935"/>
                  <a:pt x="4003" y="1869"/>
                </a:cubicBezTo>
                <a:cubicBezTo>
                  <a:pt x="3803" y="1769"/>
                  <a:pt x="3703" y="1635"/>
                  <a:pt x="3470" y="1502"/>
                </a:cubicBezTo>
                <a:cubicBezTo>
                  <a:pt x="2602" y="1035"/>
                  <a:pt x="1235" y="668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274264" y="211500"/>
            <a:ext cx="276146" cy="125983"/>
          </a:xfrm>
          <a:custGeom>
            <a:avLst/>
            <a:gdLst/>
            <a:ahLst/>
            <a:cxnLst/>
            <a:rect l="l" t="t" r="r" b="b"/>
            <a:pathLst>
              <a:path w="8474" h="3866" extrusionOk="0">
                <a:moveTo>
                  <a:pt x="1" y="0"/>
                </a:moveTo>
                <a:cubicBezTo>
                  <a:pt x="368" y="901"/>
                  <a:pt x="1569" y="1301"/>
                  <a:pt x="2036" y="1601"/>
                </a:cubicBezTo>
                <a:cubicBezTo>
                  <a:pt x="2336" y="1768"/>
                  <a:pt x="2903" y="2168"/>
                  <a:pt x="2870" y="2635"/>
                </a:cubicBezTo>
                <a:lnTo>
                  <a:pt x="1502" y="3102"/>
                </a:lnTo>
                <a:cubicBezTo>
                  <a:pt x="1702" y="3469"/>
                  <a:pt x="2336" y="3469"/>
                  <a:pt x="2736" y="3469"/>
                </a:cubicBezTo>
                <a:cubicBezTo>
                  <a:pt x="3036" y="3469"/>
                  <a:pt x="3070" y="3636"/>
                  <a:pt x="3370" y="3736"/>
                </a:cubicBezTo>
                <a:cubicBezTo>
                  <a:pt x="3623" y="3824"/>
                  <a:pt x="3885" y="3866"/>
                  <a:pt x="4145" y="3866"/>
                </a:cubicBezTo>
                <a:cubicBezTo>
                  <a:pt x="4776" y="3866"/>
                  <a:pt x="5399" y="3618"/>
                  <a:pt x="5872" y="3169"/>
                </a:cubicBezTo>
                <a:cubicBezTo>
                  <a:pt x="6072" y="3102"/>
                  <a:pt x="6272" y="3069"/>
                  <a:pt x="6472" y="3069"/>
                </a:cubicBezTo>
                <a:lnTo>
                  <a:pt x="5738" y="2735"/>
                </a:lnTo>
                <a:cubicBezTo>
                  <a:pt x="5940" y="2577"/>
                  <a:pt x="6247" y="2537"/>
                  <a:pt x="6582" y="2537"/>
                </a:cubicBezTo>
                <a:cubicBezTo>
                  <a:pt x="6929" y="2537"/>
                  <a:pt x="7306" y="2580"/>
                  <a:pt x="7626" y="2580"/>
                </a:cubicBezTo>
                <a:cubicBezTo>
                  <a:pt x="7713" y="2580"/>
                  <a:pt x="7796" y="2577"/>
                  <a:pt x="7873" y="2569"/>
                </a:cubicBezTo>
                <a:lnTo>
                  <a:pt x="8240" y="2435"/>
                </a:lnTo>
                <a:lnTo>
                  <a:pt x="8373" y="2302"/>
                </a:lnTo>
                <a:cubicBezTo>
                  <a:pt x="8373" y="2302"/>
                  <a:pt x="8373" y="2268"/>
                  <a:pt x="8373" y="2268"/>
                </a:cubicBezTo>
                <a:cubicBezTo>
                  <a:pt x="8474" y="2135"/>
                  <a:pt x="8440" y="2268"/>
                  <a:pt x="8474" y="2068"/>
                </a:cubicBezTo>
                <a:lnTo>
                  <a:pt x="8474" y="2068"/>
                </a:lnTo>
                <a:cubicBezTo>
                  <a:pt x="8107" y="2168"/>
                  <a:pt x="7731" y="2218"/>
                  <a:pt x="7352" y="2218"/>
                </a:cubicBezTo>
                <a:cubicBezTo>
                  <a:pt x="6972" y="2218"/>
                  <a:pt x="6589" y="2168"/>
                  <a:pt x="6205" y="2068"/>
                </a:cubicBezTo>
                <a:cubicBezTo>
                  <a:pt x="6092" y="2056"/>
                  <a:pt x="5994" y="2050"/>
                  <a:pt x="5908" y="2050"/>
                </a:cubicBezTo>
                <a:cubicBezTo>
                  <a:pt x="5147" y="2050"/>
                  <a:pt x="5376" y="2486"/>
                  <a:pt x="4726" y="2486"/>
                </a:cubicBezTo>
                <a:cubicBezTo>
                  <a:pt x="4653" y="2486"/>
                  <a:pt x="4569" y="2481"/>
                  <a:pt x="4471" y="2468"/>
                </a:cubicBezTo>
                <a:lnTo>
                  <a:pt x="4170" y="2068"/>
                </a:lnTo>
                <a:cubicBezTo>
                  <a:pt x="4162" y="2060"/>
                  <a:pt x="4158" y="2058"/>
                  <a:pt x="4155" y="2058"/>
                </a:cubicBezTo>
                <a:cubicBezTo>
                  <a:pt x="4152" y="2058"/>
                  <a:pt x="4150" y="2060"/>
                  <a:pt x="4145" y="2060"/>
                </a:cubicBezTo>
                <a:cubicBezTo>
                  <a:pt x="4137" y="2060"/>
                  <a:pt x="4120" y="2052"/>
                  <a:pt x="4070" y="2001"/>
                </a:cubicBezTo>
                <a:cubicBezTo>
                  <a:pt x="4020" y="1935"/>
                  <a:pt x="4012" y="1935"/>
                  <a:pt x="4012" y="1935"/>
                </a:cubicBezTo>
                <a:cubicBezTo>
                  <a:pt x="4012" y="1935"/>
                  <a:pt x="4020" y="1935"/>
                  <a:pt x="4004" y="1868"/>
                </a:cubicBezTo>
                <a:cubicBezTo>
                  <a:pt x="3804" y="1768"/>
                  <a:pt x="3670" y="1635"/>
                  <a:pt x="3470" y="1501"/>
                </a:cubicBezTo>
                <a:cubicBezTo>
                  <a:pt x="2603" y="1034"/>
                  <a:pt x="1202" y="667"/>
                  <a:pt x="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4092898" y="974118"/>
            <a:ext cx="276146" cy="125983"/>
          </a:xfrm>
          <a:custGeom>
            <a:avLst/>
            <a:gdLst/>
            <a:ahLst/>
            <a:cxnLst/>
            <a:rect l="l" t="t" r="r" b="b"/>
            <a:pathLst>
              <a:path w="8474" h="3866" extrusionOk="0">
                <a:moveTo>
                  <a:pt x="1" y="1"/>
                </a:moveTo>
                <a:lnTo>
                  <a:pt x="1" y="1"/>
                </a:lnTo>
                <a:cubicBezTo>
                  <a:pt x="368" y="868"/>
                  <a:pt x="1568" y="1302"/>
                  <a:pt x="2035" y="1602"/>
                </a:cubicBezTo>
                <a:cubicBezTo>
                  <a:pt x="2336" y="1769"/>
                  <a:pt x="2903" y="2169"/>
                  <a:pt x="2869" y="2636"/>
                </a:cubicBezTo>
                <a:lnTo>
                  <a:pt x="1468" y="3103"/>
                </a:lnTo>
                <a:cubicBezTo>
                  <a:pt x="1669" y="3470"/>
                  <a:pt x="2302" y="3470"/>
                  <a:pt x="2703" y="3470"/>
                </a:cubicBezTo>
                <a:lnTo>
                  <a:pt x="2736" y="3470"/>
                </a:lnTo>
                <a:cubicBezTo>
                  <a:pt x="3036" y="3470"/>
                  <a:pt x="3070" y="3603"/>
                  <a:pt x="3370" y="3737"/>
                </a:cubicBezTo>
                <a:cubicBezTo>
                  <a:pt x="3620" y="3824"/>
                  <a:pt x="3880" y="3866"/>
                  <a:pt x="4137" y="3866"/>
                </a:cubicBezTo>
                <a:cubicBezTo>
                  <a:pt x="4771" y="3866"/>
                  <a:pt x="5397" y="3611"/>
                  <a:pt x="5872" y="3136"/>
                </a:cubicBezTo>
                <a:cubicBezTo>
                  <a:pt x="6072" y="3103"/>
                  <a:pt x="6272" y="3070"/>
                  <a:pt x="6472" y="3070"/>
                </a:cubicBezTo>
                <a:lnTo>
                  <a:pt x="5738" y="2736"/>
                </a:lnTo>
                <a:cubicBezTo>
                  <a:pt x="5947" y="2572"/>
                  <a:pt x="6270" y="2535"/>
                  <a:pt x="6620" y="2535"/>
                </a:cubicBezTo>
                <a:cubicBezTo>
                  <a:pt x="6909" y="2535"/>
                  <a:pt x="7218" y="2560"/>
                  <a:pt x="7495" y="2560"/>
                </a:cubicBezTo>
                <a:cubicBezTo>
                  <a:pt x="7630" y="2560"/>
                  <a:pt x="7758" y="2554"/>
                  <a:pt x="7873" y="2536"/>
                </a:cubicBezTo>
                <a:lnTo>
                  <a:pt x="8240" y="2436"/>
                </a:lnTo>
                <a:lnTo>
                  <a:pt x="8340" y="2303"/>
                </a:lnTo>
                <a:lnTo>
                  <a:pt x="8373" y="2269"/>
                </a:lnTo>
                <a:cubicBezTo>
                  <a:pt x="8473" y="2136"/>
                  <a:pt x="8407" y="2269"/>
                  <a:pt x="8473" y="2069"/>
                </a:cubicBezTo>
                <a:lnTo>
                  <a:pt x="8473" y="2069"/>
                </a:lnTo>
                <a:cubicBezTo>
                  <a:pt x="8106" y="2169"/>
                  <a:pt x="7731" y="2219"/>
                  <a:pt x="7356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7"/>
                  <a:pt x="6021" y="2051"/>
                  <a:pt x="5933" y="2051"/>
                </a:cubicBezTo>
                <a:cubicBezTo>
                  <a:pt x="5149" y="2051"/>
                  <a:pt x="5376" y="2487"/>
                  <a:pt x="4726" y="2487"/>
                </a:cubicBezTo>
                <a:cubicBezTo>
                  <a:pt x="4653" y="2487"/>
                  <a:pt x="4568" y="2482"/>
                  <a:pt x="4471" y="2469"/>
                </a:cubicBezTo>
                <a:lnTo>
                  <a:pt x="4170" y="2069"/>
                </a:lnTo>
                <a:cubicBezTo>
                  <a:pt x="4159" y="2069"/>
                  <a:pt x="4156" y="2073"/>
                  <a:pt x="4152" y="2073"/>
                </a:cubicBezTo>
                <a:cubicBezTo>
                  <a:pt x="4144" y="2073"/>
                  <a:pt x="4137" y="2058"/>
                  <a:pt x="4070" y="1969"/>
                </a:cubicBezTo>
                <a:cubicBezTo>
                  <a:pt x="4020" y="1919"/>
                  <a:pt x="4012" y="1919"/>
                  <a:pt x="4012" y="1919"/>
                </a:cubicBezTo>
                <a:cubicBezTo>
                  <a:pt x="4012" y="1919"/>
                  <a:pt x="4020" y="1919"/>
                  <a:pt x="4004" y="1869"/>
                </a:cubicBezTo>
                <a:cubicBezTo>
                  <a:pt x="3803" y="1769"/>
                  <a:pt x="3670" y="1635"/>
                  <a:pt x="3436" y="1502"/>
                </a:cubicBezTo>
                <a:cubicBezTo>
                  <a:pt x="2603" y="1035"/>
                  <a:pt x="1202" y="668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3"/>
          <p:cNvGrpSpPr/>
          <p:nvPr/>
        </p:nvGrpSpPr>
        <p:grpSpPr>
          <a:xfrm>
            <a:off x="393610" y="4243696"/>
            <a:ext cx="8471400" cy="733051"/>
            <a:chOff x="393610" y="4243696"/>
            <a:chExt cx="8471400" cy="733051"/>
          </a:xfrm>
        </p:grpSpPr>
        <p:sp>
          <p:nvSpPr>
            <p:cNvPr id="26" name="Google Shape;26;p3"/>
            <p:cNvSpPr/>
            <p:nvPr/>
          </p:nvSpPr>
          <p:spPr>
            <a:xfrm>
              <a:off x="7465842" y="4243696"/>
              <a:ext cx="164057" cy="104621"/>
            </a:xfrm>
            <a:custGeom>
              <a:avLst/>
              <a:gdLst/>
              <a:ahLst/>
              <a:cxnLst/>
              <a:rect l="l" t="t" r="r" b="b"/>
              <a:pathLst>
                <a:path w="4237" h="2702" extrusionOk="0">
                  <a:moveTo>
                    <a:pt x="1618" y="1"/>
                  </a:moveTo>
                  <a:cubicBezTo>
                    <a:pt x="1567" y="1"/>
                    <a:pt x="1515" y="12"/>
                    <a:pt x="1468" y="35"/>
                  </a:cubicBezTo>
                  <a:cubicBezTo>
                    <a:pt x="1401" y="102"/>
                    <a:pt x="1334" y="169"/>
                    <a:pt x="1268" y="236"/>
                  </a:cubicBezTo>
                  <a:cubicBezTo>
                    <a:pt x="1234" y="269"/>
                    <a:pt x="1234" y="302"/>
                    <a:pt x="1201" y="336"/>
                  </a:cubicBezTo>
                  <a:cubicBezTo>
                    <a:pt x="1101" y="369"/>
                    <a:pt x="1034" y="369"/>
                    <a:pt x="968" y="402"/>
                  </a:cubicBezTo>
                  <a:cubicBezTo>
                    <a:pt x="767" y="502"/>
                    <a:pt x="567" y="602"/>
                    <a:pt x="434" y="736"/>
                  </a:cubicBezTo>
                  <a:cubicBezTo>
                    <a:pt x="267" y="836"/>
                    <a:pt x="134" y="969"/>
                    <a:pt x="34" y="1136"/>
                  </a:cubicBezTo>
                  <a:cubicBezTo>
                    <a:pt x="0" y="1203"/>
                    <a:pt x="0" y="1270"/>
                    <a:pt x="0" y="1336"/>
                  </a:cubicBezTo>
                  <a:cubicBezTo>
                    <a:pt x="34" y="1403"/>
                    <a:pt x="67" y="1503"/>
                    <a:pt x="134" y="1570"/>
                  </a:cubicBezTo>
                  <a:cubicBezTo>
                    <a:pt x="234" y="1703"/>
                    <a:pt x="334" y="1837"/>
                    <a:pt x="501" y="1937"/>
                  </a:cubicBezTo>
                  <a:cubicBezTo>
                    <a:pt x="667" y="2003"/>
                    <a:pt x="801" y="2037"/>
                    <a:pt x="968" y="2070"/>
                  </a:cubicBezTo>
                  <a:cubicBezTo>
                    <a:pt x="1168" y="2070"/>
                    <a:pt x="1368" y="2104"/>
                    <a:pt x="1568" y="2104"/>
                  </a:cubicBezTo>
                  <a:lnTo>
                    <a:pt x="1668" y="2237"/>
                  </a:lnTo>
                  <a:cubicBezTo>
                    <a:pt x="1701" y="2337"/>
                    <a:pt x="1735" y="2404"/>
                    <a:pt x="1801" y="2504"/>
                  </a:cubicBezTo>
                  <a:cubicBezTo>
                    <a:pt x="1874" y="2576"/>
                    <a:pt x="1981" y="2701"/>
                    <a:pt x="2086" y="2701"/>
                  </a:cubicBezTo>
                  <a:cubicBezTo>
                    <a:pt x="2126" y="2701"/>
                    <a:pt x="2165" y="2683"/>
                    <a:pt x="2202" y="2637"/>
                  </a:cubicBezTo>
                  <a:cubicBezTo>
                    <a:pt x="2235" y="2571"/>
                    <a:pt x="2268" y="2504"/>
                    <a:pt x="2302" y="2437"/>
                  </a:cubicBezTo>
                  <a:cubicBezTo>
                    <a:pt x="2302" y="2370"/>
                    <a:pt x="2335" y="2304"/>
                    <a:pt x="2402" y="2270"/>
                  </a:cubicBezTo>
                  <a:cubicBezTo>
                    <a:pt x="2435" y="2270"/>
                    <a:pt x="2469" y="2237"/>
                    <a:pt x="2469" y="2204"/>
                  </a:cubicBezTo>
                  <a:cubicBezTo>
                    <a:pt x="2502" y="2170"/>
                    <a:pt x="2435" y="2104"/>
                    <a:pt x="2402" y="2070"/>
                  </a:cubicBezTo>
                  <a:cubicBezTo>
                    <a:pt x="2335" y="2070"/>
                    <a:pt x="2302" y="2037"/>
                    <a:pt x="2235" y="2037"/>
                  </a:cubicBezTo>
                  <a:cubicBezTo>
                    <a:pt x="2302" y="2003"/>
                    <a:pt x="2369" y="2003"/>
                    <a:pt x="2435" y="1970"/>
                  </a:cubicBezTo>
                  <a:cubicBezTo>
                    <a:pt x="2535" y="1937"/>
                    <a:pt x="2602" y="1903"/>
                    <a:pt x="2702" y="1870"/>
                  </a:cubicBezTo>
                  <a:cubicBezTo>
                    <a:pt x="2869" y="1737"/>
                    <a:pt x="3069" y="1637"/>
                    <a:pt x="3269" y="1570"/>
                  </a:cubicBezTo>
                  <a:cubicBezTo>
                    <a:pt x="3319" y="1561"/>
                    <a:pt x="3369" y="1557"/>
                    <a:pt x="3419" y="1557"/>
                  </a:cubicBezTo>
                  <a:cubicBezTo>
                    <a:pt x="3567" y="1557"/>
                    <a:pt x="3711" y="1595"/>
                    <a:pt x="3836" y="1670"/>
                  </a:cubicBezTo>
                  <a:cubicBezTo>
                    <a:pt x="3903" y="1737"/>
                    <a:pt x="3970" y="1803"/>
                    <a:pt x="4036" y="1870"/>
                  </a:cubicBezTo>
                  <a:cubicBezTo>
                    <a:pt x="4063" y="1897"/>
                    <a:pt x="4090" y="1946"/>
                    <a:pt x="4135" y="1946"/>
                  </a:cubicBezTo>
                  <a:cubicBezTo>
                    <a:pt x="4146" y="1946"/>
                    <a:pt x="4157" y="1943"/>
                    <a:pt x="4170" y="1937"/>
                  </a:cubicBezTo>
                  <a:cubicBezTo>
                    <a:pt x="4203" y="1937"/>
                    <a:pt x="4203" y="1837"/>
                    <a:pt x="4203" y="1803"/>
                  </a:cubicBezTo>
                  <a:cubicBezTo>
                    <a:pt x="4203" y="1703"/>
                    <a:pt x="4203" y="1603"/>
                    <a:pt x="4170" y="1503"/>
                  </a:cubicBezTo>
                  <a:cubicBezTo>
                    <a:pt x="4136" y="1436"/>
                    <a:pt x="4103" y="1370"/>
                    <a:pt x="4036" y="1303"/>
                  </a:cubicBezTo>
                  <a:cubicBezTo>
                    <a:pt x="3970" y="1236"/>
                    <a:pt x="3970" y="1170"/>
                    <a:pt x="4036" y="1103"/>
                  </a:cubicBezTo>
                  <a:cubicBezTo>
                    <a:pt x="4070" y="1069"/>
                    <a:pt x="4103" y="1036"/>
                    <a:pt x="4103" y="1003"/>
                  </a:cubicBezTo>
                  <a:cubicBezTo>
                    <a:pt x="4203" y="836"/>
                    <a:pt x="4237" y="636"/>
                    <a:pt x="4203" y="436"/>
                  </a:cubicBezTo>
                  <a:cubicBezTo>
                    <a:pt x="4103" y="436"/>
                    <a:pt x="4036" y="502"/>
                    <a:pt x="3970" y="569"/>
                  </a:cubicBezTo>
                  <a:lnTo>
                    <a:pt x="3903" y="602"/>
                  </a:lnTo>
                  <a:cubicBezTo>
                    <a:pt x="3870" y="669"/>
                    <a:pt x="3803" y="736"/>
                    <a:pt x="3736" y="769"/>
                  </a:cubicBezTo>
                  <a:cubicBezTo>
                    <a:pt x="3611" y="844"/>
                    <a:pt x="3448" y="882"/>
                    <a:pt x="3305" y="882"/>
                  </a:cubicBezTo>
                  <a:cubicBezTo>
                    <a:pt x="3257" y="882"/>
                    <a:pt x="3211" y="878"/>
                    <a:pt x="3169" y="869"/>
                  </a:cubicBezTo>
                  <a:cubicBezTo>
                    <a:pt x="3069" y="869"/>
                    <a:pt x="2969" y="803"/>
                    <a:pt x="2869" y="769"/>
                  </a:cubicBezTo>
                  <a:cubicBezTo>
                    <a:pt x="2902" y="736"/>
                    <a:pt x="2902" y="669"/>
                    <a:pt x="2869" y="636"/>
                  </a:cubicBezTo>
                  <a:cubicBezTo>
                    <a:pt x="2836" y="569"/>
                    <a:pt x="2769" y="536"/>
                    <a:pt x="2702" y="502"/>
                  </a:cubicBezTo>
                  <a:cubicBezTo>
                    <a:pt x="2669" y="469"/>
                    <a:pt x="2535" y="402"/>
                    <a:pt x="2435" y="336"/>
                  </a:cubicBezTo>
                  <a:cubicBezTo>
                    <a:pt x="2268" y="236"/>
                    <a:pt x="2068" y="202"/>
                    <a:pt x="1868" y="102"/>
                  </a:cubicBezTo>
                  <a:cubicBezTo>
                    <a:pt x="1804" y="37"/>
                    <a:pt x="1711" y="1"/>
                    <a:pt x="16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flipH="1">
              <a:off x="7973364" y="4768808"/>
              <a:ext cx="165373" cy="103344"/>
            </a:xfrm>
            <a:custGeom>
              <a:avLst/>
              <a:gdLst/>
              <a:ahLst/>
              <a:cxnLst/>
              <a:rect l="l" t="t" r="r" b="b"/>
              <a:pathLst>
                <a:path w="4271" h="2669" extrusionOk="0">
                  <a:moveTo>
                    <a:pt x="1552" y="1"/>
                  </a:moveTo>
                  <a:cubicBezTo>
                    <a:pt x="1477" y="1"/>
                    <a:pt x="1401" y="17"/>
                    <a:pt x="1335" y="51"/>
                  </a:cubicBezTo>
                  <a:cubicBezTo>
                    <a:pt x="1268" y="117"/>
                    <a:pt x="1201" y="184"/>
                    <a:pt x="1168" y="251"/>
                  </a:cubicBezTo>
                  <a:cubicBezTo>
                    <a:pt x="1135" y="318"/>
                    <a:pt x="1101" y="351"/>
                    <a:pt x="1101" y="384"/>
                  </a:cubicBezTo>
                  <a:cubicBezTo>
                    <a:pt x="1001" y="418"/>
                    <a:pt x="934" y="451"/>
                    <a:pt x="868" y="484"/>
                  </a:cubicBezTo>
                  <a:cubicBezTo>
                    <a:pt x="668" y="584"/>
                    <a:pt x="501" y="685"/>
                    <a:pt x="367" y="818"/>
                  </a:cubicBezTo>
                  <a:cubicBezTo>
                    <a:pt x="201" y="951"/>
                    <a:pt x="101" y="1118"/>
                    <a:pt x="0" y="1285"/>
                  </a:cubicBezTo>
                  <a:cubicBezTo>
                    <a:pt x="0" y="1352"/>
                    <a:pt x="0" y="1418"/>
                    <a:pt x="0" y="1485"/>
                  </a:cubicBezTo>
                  <a:cubicBezTo>
                    <a:pt x="34" y="1552"/>
                    <a:pt x="101" y="1619"/>
                    <a:pt x="134" y="1685"/>
                  </a:cubicBezTo>
                  <a:cubicBezTo>
                    <a:pt x="267" y="1852"/>
                    <a:pt x="401" y="1952"/>
                    <a:pt x="568" y="2019"/>
                  </a:cubicBezTo>
                  <a:cubicBezTo>
                    <a:pt x="701" y="2086"/>
                    <a:pt x="868" y="2119"/>
                    <a:pt x="1035" y="2119"/>
                  </a:cubicBezTo>
                  <a:lnTo>
                    <a:pt x="1635" y="2119"/>
                  </a:lnTo>
                  <a:cubicBezTo>
                    <a:pt x="1668" y="2152"/>
                    <a:pt x="1702" y="2186"/>
                    <a:pt x="1735" y="2252"/>
                  </a:cubicBezTo>
                  <a:cubicBezTo>
                    <a:pt x="1768" y="2319"/>
                    <a:pt x="1835" y="2419"/>
                    <a:pt x="1902" y="2486"/>
                  </a:cubicBezTo>
                  <a:cubicBezTo>
                    <a:pt x="1975" y="2559"/>
                    <a:pt x="2103" y="2669"/>
                    <a:pt x="2218" y="2669"/>
                  </a:cubicBezTo>
                  <a:cubicBezTo>
                    <a:pt x="2260" y="2669"/>
                    <a:pt x="2300" y="2655"/>
                    <a:pt x="2335" y="2619"/>
                  </a:cubicBezTo>
                  <a:cubicBezTo>
                    <a:pt x="2369" y="2519"/>
                    <a:pt x="2369" y="2452"/>
                    <a:pt x="2402" y="2386"/>
                  </a:cubicBezTo>
                  <a:cubicBezTo>
                    <a:pt x="2402" y="2319"/>
                    <a:pt x="2436" y="2252"/>
                    <a:pt x="2502" y="2219"/>
                  </a:cubicBezTo>
                  <a:cubicBezTo>
                    <a:pt x="2502" y="2186"/>
                    <a:pt x="2536" y="2152"/>
                    <a:pt x="2569" y="2152"/>
                  </a:cubicBezTo>
                  <a:cubicBezTo>
                    <a:pt x="2569" y="2086"/>
                    <a:pt x="2502" y="2052"/>
                    <a:pt x="2469" y="2052"/>
                  </a:cubicBezTo>
                  <a:cubicBezTo>
                    <a:pt x="2436" y="2019"/>
                    <a:pt x="2369" y="2019"/>
                    <a:pt x="2302" y="1985"/>
                  </a:cubicBezTo>
                  <a:cubicBezTo>
                    <a:pt x="2369" y="1952"/>
                    <a:pt x="2436" y="1952"/>
                    <a:pt x="2502" y="1919"/>
                  </a:cubicBezTo>
                  <a:cubicBezTo>
                    <a:pt x="2602" y="1885"/>
                    <a:pt x="2669" y="1852"/>
                    <a:pt x="2736" y="1785"/>
                  </a:cubicBezTo>
                  <a:cubicBezTo>
                    <a:pt x="2903" y="1652"/>
                    <a:pt x="3103" y="1518"/>
                    <a:pt x="3303" y="1452"/>
                  </a:cubicBezTo>
                  <a:cubicBezTo>
                    <a:pt x="3374" y="1428"/>
                    <a:pt x="3445" y="1417"/>
                    <a:pt x="3514" y="1417"/>
                  </a:cubicBezTo>
                  <a:cubicBezTo>
                    <a:pt x="3641" y="1417"/>
                    <a:pt x="3762" y="1454"/>
                    <a:pt x="3870" y="1518"/>
                  </a:cubicBezTo>
                  <a:cubicBezTo>
                    <a:pt x="3937" y="1552"/>
                    <a:pt x="4037" y="1619"/>
                    <a:pt x="4103" y="1685"/>
                  </a:cubicBezTo>
                  <a:cubicBezTo>
                    <a:pt x="4103" y="1712"/>
                    <a:pt x="4147" y="1761"/>
                    <a:pt x="4199" y="1761"/>
                  </a:cubicBezTo>
                  <a:cubicBezTo>
                    <a:pt x="4211" y="1761"/>
                    <a:pt x="4224" y="1758"/>
                    <a:pt x="4237" y="1752"/>
                  </a:cubicBezTo>
                  <a:cubicBezTo>
                    <a:pt x="4270" y="1719"/>
                    <a:pt x="4270" y="1619"/>
                    <a:pt x="4270" y="1585"/>
                  </a:cubicBezTo>
                  <a:cubicBezTo>
                    <a:pt x="4237" y="1452"/>
                    <a:pt x="4170" y="1352"/>
                    <a:pt x="4103" y="1252"/>
                  </a:cubicBezTo>
                  <a:cubicBezTo>
                    <a:pt x="4070" y="1185"/>
                    <a:pt x="4037" y="1118"/>
                    <a:pt x="3970" y="1051"/>
                  </a:cubicBezTo>
                  <a:cubicBezTo>
                    <a:pt x="3903" y="1018"/>
                    <a:pt x="3903" y="918"/>
                    <a:pt x="3937" y="885"/>
                  </a:cubicBezTo>
                  <a:cubicBezTo>
                    <a:pt x="3970" y="851"/>
                    <a:pt x="4003" y="785"/>
                    <a:pt x="4003" y="751"/>
                  </a:cubicBezTo>
                  <a:cubicBezTo>
                    <a:pt x="4070" y="584"/>
                    <a:pt x="4070" y="384"/>
                    <a:pt x="4037" y="184"/>
                  </a:cubicBezTo>
                  <a:lnTo>
                    <a:pt x="4037" y="184"/>
                  </a:lnTo>
                  <a:cubicBezTo>
                    <a:pt x="3970" y="218"/>
                    <a:pt x="3870" y="251"/>
                    <a:pt x="3837" y="351"/>
                  </a:cubicBezTo>
                  <a:lnTo>
                    <a:pt x="3770" y="384"/>
                  </a:lnTo>
                  <a:cubicBezTo>
                    <a:pt x="3736" y="451"/>
                    <a:pt x="3670" y="518"/>
                    <a:pt x="3603" y="551"/>
                  </a:cubicBezTo>
                  <a:cubicBezTo>
                    <a:pt x="3465" y="662"/>
                    <a:pt x="3304" y="726"/>
                    <a:pt x="3139" y="726"/>
                  </a:cubicBezTo>
                  <a:cubicBezTo>
                    <a:pt x="3105" y="726"/>
                    <a:pt x="3070" y="724"/>
                    <a:pt x="3036" y="718"/>
                  </a:cubicBezTo>
                  <a:cubicBezTo>
                    <a:pt x="2936" y="718"/>
                    <a:pt x="2836" y="685"/>
                    <a:pt x="2769" y="618"/>
                  </a:cubicBezTo>
                  <a:cubicBezTo>
                    <a:pt x="2802" y="618"/>
                    <a:pt x="2802" y="551"/>
                    <a:pt x="2769" y="518"/>
                  </a:cubicBezTo>
                  <a:cubicBezTo>
                    <a:pt x="2736" y="451"/>
                    <a:pt x="2669" y="418"/>
                    <a:pt x="2636" y="418"/>
                  </a:cubicBezTo>
                  <a:cubicBezTo>
                    <a:pt x="2536" y="384"/>
                    <a:pt x="2436" y="318"/>
                    <a:pt x="2335" y="284"/>
                  </a:cubicBezTo>
                  <a:cubicBezTo>
                    <a:pt x="2135" y="184"/>
                    <a:pt x="1935" y="151"/>
                    <a:pt x="1768" y="51"/>
                  </a:cubicBezTo>
                  <a:cubicBezTo>
                    <a:pt x="1702" y="17"/>
                    <a:pt x="1627" y="1"/>
                    <a:pt x="15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6737942" y="4552324"/>
              <a:ext cx="165373" cy="103344"/>
            </a:xfrm>
            <a:custGeom>
              <a:avLst/>
              <a:gdLst/>
              <a:ahLst/>
              <a:cxnLst/>
              <a:rect l="l" t="t" r="r" b="b"/>
              <a:pathLst>
                <a:path w="4271" h="2669" extrusionOk="0">
                  <a:moveTo>
                    <a:pt x="1552" y="1"/>
                  </a:moveTo>
                  <a:cubicBezTo>
                    <a:pt x="1477" y="1"/>
                    <a:pt x="1402" y="17"/>
                    <a:pt x="1335" y="51"/>
                  </a:cubicBezTo>
                  <a:cubicBezTo>
                    <a:pt x="1268" y="117"/>
                    <a:pt x="1202" y="184"/>
                    <a:pt x="1168" y="251"/>
                  </a:cubicBezTo>
                  <a:cubicBezTo>
                    <a:pt x="1135" y="284"/>
                    <a:pt x="1135" y="351"/>
                    <a:pt x="1101" y="384"/>
                  </a:cubicBezTo>
                  <a:cubicBezTo>
                    <a:pt x="1035" y="418"/>
                    <a:pt x="935" y="451"/>
                    <a:pt x="868" y="484"/>
                  </a:cubicBezTo>
                  <a:cubicBezTo>
                    <a:pt x="701" y="585"/>
                    <a:pt x="501" y="685"/>
                    <a:pt x="368" y="818"/>
                  </a:cubicBezTo>
                  <a:cubicBezTo>
                    <a:pt x="234" y="951"/>
                    <a:pt x="101" y="1085"/>
                    <a:pt x="34" y="1285"/>
                  </a:cubicBezTo>
                  <a:cubicBezTo>
                    <a:pt x="1" y="1352"/>
                    <a:pt x="1" y="1418"/>
                    <a:pt x="34" y="1485"/>
                  </a:cubicBezTo>
                  <a:cubicBezTo>
                    <a:pt x="67" y="1552"/>
                    <a:pt x="101" y="1619"/>
                    <a:pt x="167" y="1685"/>
                  </a:cubicBezTo>
                  <a:cubicBezTo>
                    <a:pt x="268" y="1819"/>
                    <a:pt x="401" y="1952"/>
                    <a:pt x="568" y="2019"/>
                  </a:cubicBezTo>
                  <a:cubicBezTo>
                    <a:pt x="735" y="2086"/>
                    <a:pt x="901" y="2119"/>
                    <a:pt x="1068" y="2119"/>
                  </a:cubicBezTo>
                  <a:lnTo>
                    <a:pt x="1669" y="2119"/>
                  </a:lnTo>
                  <a:cubicBezTo>
                    <a:pt x="1702" y="2152"/>
                    <a:pt x="1702" y="2186"/>
                    <a:pt x="1735" y="2252"/>
                  </a:cubicBezTo>
                  <a:cubicBezTo>
                    <a:pt x="1802" y="2319"/>
                    <a:pt x="1869" y="2419"/>
                    <a:pt x="1935" y="2486"/>
                  </a:cubicBezTo>
                  <a:cubicBezTo>
                    <a:pt x="1984" y="2559"/>
                    <a:pt x="2105" y="2669"/>
                    <a:pt x="2206" y="2669"/>
                  </a:cubicBezTo>
                  <a:cubicBezTo>
                    <a:pt x="2242" y="2669"/>
                    <a:pt x="2276" y="2655"/>
                    <a:pt x="2302" y="2619"/>
                  </a:cubicBezTo>
                  <a:cubicBezTo>
                    <a:pt x="2369" y="2519"/>
                    <a:pt x="2402" y="2453"/>
                    <a:pt x="2402" y="2386"/>
                  </a:cubicBezTo>
                  <a:cubicBezTo>
                    <a:pt x="2402" y="2319"/>
                    <a:pt x="2436" y="2252"/>
                    <a:pt x="2469" y="2219"/>
                  </a:cubicBezTo>
                  <a:cubicBezTo>
                    <a:pt x="2502" y="2186"/>
                    <a:pt x="2536" y="2152"/>
                    <a:pt x="2569" y="2119"/>
                  </a:cubicBezTo>
                  <a:cubicBezTo>
                    <a:pt x="2569" y="2086"/>
                    <a:pt x="2502" y="2052"/>
                    <a:pt x="2469" y="2019"/>
                  </a:cubicBezTo>
                  <a:cubicBezTo>
                    <a:pt x="2402" y="2019"/>
                    <a:pt x="2369" y="2019"/>
                    <a:pt x="2302" y="1986"/>
                  </a:cubicBezTo>
                  <a:cubicBezTo>
                    <a:pt x="2369" y="1952"/>
                    <a:pt x="2436" y="1952"/>
                    <a:pt x="2502" y="1919"/>
                  </a:cubicBezTo>
                  <a:cubicBezTo>
                    <a:pt x="2603" y="1885"/>
                    <a:pt x="2669" y="1819"/>
                    <a:pt x="2736" y="1785"/>
                  </a:cubicBezTo>
                  <a:cubicBezTo>
                    <a:pt x="2903" y="1652"/>
                    <a:pt x="3103" y="1519"/>
                    <a:pt x="3303" y="1452"/>
                  </a:cubicBezTo>
                  <a:cubicBezTo>
                    <a:pt x="3374" y="1428"/>
                    <a:pt x="3445" y="1417"/>
                    <a:pt x="3514" y="1417"/>
                  </a:cubicBezTo>
                  <a:cubicBezTo>
                    <a:pt x="3641" y="1417"/>
                    <a:pt x="3762" y="1454"/>
                    <a:pt x="3870" y="1519"/>
                  </a:cubicBezTo>
                  <a:cubicBezTo>
                    <a:pt x="3937" y="1552"/>
                    <a:pt x="4037" y="1619"/>
                    <a:pt x="4104" y="1685"/>
                  </a:cubicBezTo>
                  <a:cubicBezTo>
                    <a:pt x="4104" y="1712"/>
                    <a:pt x="4147" y="1761"/>
                    <a:pt x="4182" y="1761"/>
                  </a:cubicBezTo>
                  <a:cubicBezTo>
                    <a:pt x="4190" y="1761"/>
                    <a:pt x="4197" y="1758"/>
                    <a:pt x="4204" y="1752"/>
                  </a:cubicBezTo>
                  <a:cubicBezTo>
                    <a:pt x="4270" y="1719"/>
                    <a:pt x="4237" y="1619"/>
                    <a:pt x="4237" y="1585"/>
                  </a:cubicBezTo>
                  <a:cubicBezTo>
                    <a:pt x="4237" y="1452"/>
                    <a:pt x="4170" y="1352"/>
                    <a:pt x="4137" y="1252"/>
                  </a:cubicBezTo>
                  <a:cubicBezTo>
                    <a:pt x="4070" y="1185"/>
                    <a:pt x="4037" y="1118"/>
                    <a:pt x="3970" y="1052"/>
                  </a:cubicBezTo>
                  <a:cubicBezTo>
                    <a:pt x="3937" y="985"/>
                    <a:pt x="3903" y="951"/>
                    <a:pt x="3970" y="885"/>
                  </a:cubicBezTo>
                  <a:cubicBezTo>
                    <a:pt x="3970" y="851"/>
                    <a:pt x="4004" y="785"/>
                    <a:pt x="4037" y="751"/>
                  </a:cubicBezTo>
                  <a:cubicBezTo>
                    <a:pt x="4070" y="585"/>
                    <a:pt x="4104" y="384"/>
                    <a:pt x="4070" y="218"/>
                  </a:cubicBezTo>
                  <a:cubicBezTo>
                    <a:pt x="3970" y="218"/>
                    <a:pt x="3903" y="251"/>
                    <a:pt x="3837" y="351"/>
                  </a:cubicBezTo>
                  <a:lnTo>
                    <a:pt x="3803" y="384"/>
                  </a:lnTo>
                  <a:cubicBezTo>
                    <a:pt x="3737" y="451"/>
                    <a:pt x="3670" y="518"/>
                    <a:pt x="3637" y="551"/>
                  </a:cubicBezTo>
                  <a:cubicBezTo>
                    <a:pt x="3498" y="662"/>
                    <a:pt x="3337" y="726"/>
                    <a:pt x="3172" y="726"/>
                  </a:cubicBezTo>
                  <a:cubicBezTo>
                    <a:pt x="3138" y="726"/>
                    <a:pt x="3104" y="724"/>
                    <a:pt x="3070" y="718"/>
                  </a:cubicBezTo>
                  <a:cubicBezTo>
                    <a:pt x="2969" y="718"/>
                    <a:pt x="2869" y="685"/>
                    <a:pt x="2769" y="618"/>
                  </a:cubicBezTo>
                  <a:cubicBezTo>
                    <a:pt x="2803" y="618"/>
                    <a:pt x="2803" y="551"/>
                    <a:pt x="2803" y="518"/>
                  </a:cubicBezTo>
                  <a:cubicBezTo>
                    <a:pt x="2769" y="451"/>
                    <a:pt x="2703" y="418"/>
                    <a:pt x="2636" y="418"/>
                  </a:cubicBezTo>
                  <a:cubicBezTo>
                    <a:pt x="2536" y="384"/>
                    <a:pt x="2436" y="318"/>
                    <a:pt x="2336" y="284"/>
                  </a:cubicBezTo>
                  <a:cubicBezTo>
                    <a:pt x="2169" y="184"/>
                    <a:pt x="1969" y="151"/>
                    <a:pt x="1769" y="51"/>
                  </a:cubicBezTo>
                  <a:cubicBezTo>
                    <a:pt x="1702" y="17"/>
                    <a:pt x="1627" y="1"/>
                    <a:pt x="15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flipH="1">
              <a:off x="2008217" y="4450526"/>
              <a:ext cx="165373" cy="103382"/>
            </a:xfrm>
            <a:custGeom>
              <a:avLst/>
              <a:gdLst/>
              <a:ahLst/>
              <a:cxnLst/>
              <a:rect l="l" t="t" r="r" b="b"/>
              <a:pathLst>
                <a:path w="4271" h="2670" extrusionOk="0">
                  <a:moveTo>
                    <a:pt x="1585" y="1"/>
                  </a:moveTo>
                  <a:cubicBezTo>
                    <a:pt x="1510" y="1"/>
                    <a:pt x="1435" y="18"/>
                    <a:pt x="1369" y="51"/>
                  </a:cubicBezTo>
                  <a:cubicBezTo>
                    <a:pt x="1302" y="118"/>
                    <a:pt x="1235" y="184"/>
                    <a:pt x="1202" y="285"/>
                  </a:cubicBezTo>
                  <a:cubicBezTo>
                    <a:pt x="1168" y="318"/>
                    <a:pt x="1135" y="351"/>
                    <a:pt x="1135" y="385"/>
                  </a:cubicBezTo>
                  <a:cubicBezTo>
                    <a:pt x="1035" y="418"/>
                    <a:pt x="968" y="451"/>
                    <a:pt x="902" y="485"/>
                  </a:cubicBezTo>
                  <a:cubicBezTo>
                    <a:pt x="701" y="585"/>
                    <a:pt x="535" y="685"/>
                    <a:pt x="401" y="818"/>
                  </a:cubicBezTo>
                  <a:cubicBezTo>
                    <a:pt x="234" y="952"/>
                    <a:pt x="134" y="1118"/>
                    <a:pt x="34" y="1285"/>
                  </a:cubicBezTo>
                  <a:cubicBezTo>
                    <a:pt x="1" y="1352"/>
                    <a:pt x="1" y="1419"/>
                    <a:pt x="34" y="1485"/>
                  </a:cubicBezTo>
                  <a:cubicBezTo>
                    <a:pt x="68" y="1552"/>
                    <a:pt x="101" y="1619"/>
                    <a:pt x="168" y="1686"/>
                  </a:cubicBezTo>
                  <a:cubicBezTo>
                    <a:pt x="268" y="1852"/>
                    <a:pt x="401" y="1952"/>
                    <a:pt x="568" y="2019"/>
                  </a:cubicBezTo>
                  <a:cubicBezTo>
                    <a:pt x="735" y="2086"/>
                    <a:pt x="902" y="2119"/>
                    <a:pt x="1068" y="2119"/>
                  </a:cubicBezTo>
                  <a:lnTo>
                    <a:pt x="1669" y="2119"/>
                  </a:lnTo>
                  <a:cubicBezTo>
                    <a:pt x="1702" y="2153"/>
                    <a:pt x="1702" y="2186"/>
                    <a:pt x="1736" y="2253"/>
                  </a:cubicBezTo>
                  <a:cubicBezTo>
                    <a:pt x="1802" y="2353"/>
                    <a:pt x="1836" y="2419"/>
                    <a:pt x="1936" y="2519"/>
                  </a:cubicBezTo>
                  <a:cubicBezTo>
                    <a:pt x="1984" y="2568"/>
                    <a:pt x="2104" y="2670"/>
                    <a:pt x="2217" y="2670"/>
                  </a:cubicBezTo>
                  <a:cubicBezTo>
                    <a:pt x="2259" y="2670"/>
                    <a:pt x="2300" y="2656"/>
                    <a:pt x="2336" y="2620"/>
                  </a:cubicBezTo>
                  <a:cubicBezTo>
                    <a:pt x="2369" y="2553"/>
                    <a:pt x="2403" y="2453"/>
                    <a:pt x="2403" y="2386"/>
                  </a:cubicBezTo>
                  <a:cubicBezTo>
                    <a:pt x="2436" y="2319"/>
                    <a:pt x="2469" y="2253"/>
                    <a:pt x="2503" y="2219"/>
                  </a:cubicBezTo>
                  <a:cubicBezTo>
                    <a:pt x="2536" y="2186"/>
                    <a:pt x="2569" y="2186"/>
                    <a:pt x="2569" y="2153"/>
                  </a:cubicBezTo>
                  <a:cubicBezTo>
                    <a:pt x="2603" y="2119"/>
                    <a:pt x="2536" y="2052"/>
                    <a:pt x="2503" y="2052"/>
                  </a:cubicBezTo>
                  <a:cubicBezTo>
                    <a:pt x="2436" y="2019"/>
                    <a:pt x="2369" y="2019"/>
                    <a:pt x="2336" y="1986"/>
                  </a:cubicBezTo>
                  <a:cubicBezTo>
                    <a:pt x="2403" y="1986"/>
                    <a:pt x="2469" y="1952"/>
                    <a:pt x="2536" y="1919"/>
                  </a:cubicBezTo>
                  <a:cubicBezTo>
                    <a:pt x="2603" y="1886"/>
                    <a:pt x="2703" y="1852"/>
                    <a:pt x="2770" y="1786"/>
                  </a:cubicBezTo>
                  <a:cubicBezTo>
                    <a:pt x="2936" y="1652"/>
                    <a:pt x="3103" y="1552"/>
                    <a:pt x="3337" y="1452"/>
                  </a:cubicBezTo>
                  <a:cubicBezTo>
                    <a:pt x="3398" y="1440"/>
                    <a:pt x="3463" y="1432"/>
                    <a:pt x="3530" y="1432"/>
                  </a:cubicBezTo>
                  <a:cubicBezTo>
                    <a:pt x="3646" y="1432"/>
                    <a:pt x="3765" y="1455"/>
                    <a:pt x="3870" y="1519"/>
                  </a:cubicBezTo>
                  <a:cubicBezTo>
                    <a:pt x="3970" y="1552"/>
                    <a:pt x="4037" y="1619"/>
                    <a:pt x="4104" y="1686"/>
                  </a:cubicBezTo>
                  <a:cubicBezTo>
                    <a:pt x="4131" y="1712"/>
                    <a:pt x="4180" y="1761"/>
                    <a:pt x="4215" y="1761"/>
                  </a:cubicBezTo>
                  <a:cubicBezTo>
                    <a:pt x="4223" y="1761"/>
                    <a:pt x="4231" y="1759"/>
                    <a:pt x="4237" y="1752"/>
                  </a:cubicBezTo>
                  <a:cubicBezTo>
                    <a:pt x="4271" y="1719"/>
                    <a:pt x="4271" y="1619"/>
                    <a:pt x="4271" y="1585"/>
                  </a:cubicBezTo>
                  <a:cubicBezTo>
                    <a:pt x="4237" y="1485"/>
                    <a:pt x="4204" y="1352"/>
                    <a:pt x="4137" y="1252"/>
                  </a:cubicBezTo>
                  <a:cubicBezTo>
                    <a:pt x="4104" y="1185"/>
                    <a:pt x="4071" y="1118"/>
                    <a:pt x="4004" y="1052"/>
                  </a:cubicBezTo>
                  <a:cubicBezTo>
                    <a:pt x="3970" y="1018"/>
                    <a:pt x="3937" y="952"/>
                    <a:pt x="3970" y="885"/>
                  </a:cubicBezTo>
                  <a:cubicBezTo>
                    <a:pt x="4004" y="852"/>
                    <a:pt x="4037" y="818"/>
                    <a:pt x="4037" y="752"/>
                  </a:cubicBezTo>
                  <a:cubicBezTo>
                    <a:pt x="4104" y="585"/>
                    <a:pt x="4137" y="385"/>
                    <a:pt x="4104" y="218"/>
                  </a:cubicBezTo>
                  <a:cubicBezTo>
                    <a:pt x="4004" y="218"/>
                    <a:pt x="3904" y="251"/>
                    <a:pt x="3870" y="351"/>
                  </a:cubicBezTo>
                  <a:lnTo>
                    <a:pt x="3804" y="385"/>
                  </a:lnTo>
                  <a:cubicBezTo>
                    <a:pt x="3770" y="451"/>
                    <a:pt x="3704" y="518"/>
                    <a:pt x="3637" y="551"/>
                  </a:cubicBezTo>
                  <a:cubicBezTo>
                    <a:pt x="3499" y="662"/>
                    <a:pt x="3338" y="727"/>
                    <a:pt x="3173" y="727"/>
                  </a:cubicBezTo>
                  <a:cubicBezTo>
                    <a:pt x="3139" y="727"/>
                    <a:pt x="3104" y="724"/>
                    <a:pt x="3070" y="718"/>
                  </a:cubicBezTo>
                  <a:cubicBezTo>
                    <a:pt x="2970" y="718"/>
                    <a:pt x="2870" y="685"/>
                    <a:pt x="2803" y="651"/>
                  </a:cubicBezTo>
                  <a:cubicBezTo>
                    <a:pt x="2836" y="618"/>
                    <a:pt x="2836" y="551"/>
                    <a:pt x="2803" y="518"/>
                  </a:cubicBezTo>
                  <a:cubicBezTo>
                    <a:pt x="2770" y="485"/>
                    <a:pt x="2703" y="418"/>
                    <a:pt x="2670" y="418"/>
                  </a:cubicBezTo>
                  <a:cubicBezTo>
                    <a:pt x="2569" y="385"/>
                    <a:pt x="2469" y="318"/>
                    <a:pt x="2369" y="285"/>
                  </a:cubicBezTo>
                  <a:cubicBezTo>
                    <a:pt x="2169" y="184"/>
                    <a:pt x="1936" y="151"/>
                    <a:pt x="1802" y="51"/>
                  </a:cubicBezTo>
                  <a:cubicBezTo>
                    <a:pt x="1736" y="18"/>
                    <a:pt x="1661" y="1"/>
                    <a:pt x="15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1385462" y="4872165"/>
              <a:ext cx="164057" cy="104583"/>
            </a:xfrm>
            <a:custGeom>
              <a:avLst/>
              <a:gdLst/>
              <a:ahLst/>
              <a:cxnLst/>
              <a:rect l="l" t="t" r="r" b="b"/>
              <a:pathLst>
                <a:path w="4237" h="2701" extrusionOk="0">
                  <a:moveTo>
                    <a:pt x="1618" y="0"/>
                  </a:moveTo>
                  <a:cubicBezTo>
                    <a:pt x="1567" y="0"/>
                    <a:pt x="1516" y="11"/>
                    <a:pt x="1468" y="35"/>
                  </a:cubicBezTo>
                  <a:cubicBezTo>
                    <a:pt x="1402" y="102"/>
                    <a:pt x="1335" y="168"/>
                    <a:pt x="1268" y="235"/>
                  </a:cubicBezTo>
                  <a:cubicBezTo>
                    <a:pt x="1235" y="268"/>
                    <a:pt x="1235" y="302"/>
                    <a:pt x="1201" y="335"/>
                  </a:cubicBezTo>
                  <a:cubicBezTo>
                    <a:pt x="1101" y="368"/>
                    <a:pt x="1035" y="402"/>
                    <a:pt x="968" y="402"/>
                  </a:cubicBezTo>
                  <a:cubicBezTo>
                    <a:pt x="768" y="502"/>
                    <a:pt x="601" y="602"/>
                    <a:pt x="434" y="735"/>
                  </a:cubicBezTo>
                  <a:cubicBezTo>
                    <a:pt x="267" y="835"/>
                    <a:pt x="134" y="969"/>
                    <a:pt x="67" y="1136"/>
                  </a:cubicBezTo>
                  <a:cubicBezTo>
                    <a:pt x="1" y="1202"/>
                    <a:pt x="1" y="1269"/>
                    <a:pt x="1" y="1336"/>
                  </a:cubicBezTo>
                  <a:cubicBezTo>
                    <a:pt x="34" y="1402"/>
                    <a:pt x="67" y="1503"/>
                    <a:pt x="134" y="1569"/>
                  </a:cubicBezTo>
                  <a:cubicBezTo>
                    <a:pt x="234" y="1736"/>
                    <a:pt x="367" y="1836"/>
                    <a:pt x="501" y="1936"/>
                  </a:cubicBezTo>
                  <a:cubicBezTo>
                    <a:pt x="668" y="2003"/>
                    <a:pt x="834" y="2036"/>
                    <a:pt x="968" y="2070"/>
                  </a:cubicBezTo>
                  <a:cubicBezTo>
                    <a:pt x="1168" y="2103"/>
                    <a:pt x="1368" y="2103"/>
                    <a:pt x="1602" y="2103"/>
                  </a:cubicBezTo>
                  <a:cubicBezTo>
                    <a:pt x="1602" y="2136"/>
                    <a:pt x="1635" y="2203"/>
                    <a:pt x="1668" y="2236"/>
                  </a:cubicBezTo>
                  <a:cubicBezTo>
                    <a:pt x="1702" y="2336"/>
                    <a:pt x="1735" y="2403"/>
                    <a:pt x="1802" y="2503"/>
                  </a:cubicBezTo>
                  <a:cubicBezTo>
                    <a:pt x="1874" y="2576"/>
                    <a:pt x="1982" y="2701"/>
                    <a:pt x="2086" y="2701"/>
                  </a:cubicBezTo>
                  <a:cubicBezTo>
                    <a:pt x="2126" y="2701"/>
                    <a:pt x="2165" y="2683"/>
                    <a:pt x="2202" y="2637"/>
                  </a:cubicBezTo>
                  <a:cubicBezTo>
                    <a:pt x="2235" y="2570"/>
                    <a:pt x="2269" y="2503"/>
                    <a:pt x="2302" y="2437"/>
                  </a:cubicBezTo>
                  <a:cubicBezTo>
                    <a:pt x="2302" y="2370"/>
                    <a:pt x="2336" y="2303"/>
                    <a:pt x="2402" y="2270"/>
                  </a:cubicBezTo>
                  <a:cubicBezTo>
                    <a:pt x="2436" y="2270"/>
                    <a:pt x="2469" y="2236"/>
                    <a:pt x="2469" y="2203"/>
                  </a:cubicBezTo>
                  <a:cubicBezTo>
                    <a:pt x="2502" y="2170"/>
                    <a:pt x="2436" y="2103"/>
                    <a:pt x="2402" y="2103"/>
                  </a:cubicBezTo>
                  <a:cubicBezTo>
                    <a:pt x="2336" y="2070"/>
                    <a:pt x="2302" y="2070"/>
                    <a:pt x="2235" y="2036"/>
                  </a:cubicBezTo>
                  <a:cubicBezTo>
                    <a:pt x="2302" y="2036"/>
                    <a:pt x="2402" y="2003"/>
                    <a:pt x="2469" y="1970"/>
                  </a:cubicBezTo>
                  <a:cubicBezTo>
                    <a:pt x="2536" y="1970"/>
                    <a:pt x="2636" y="1903"/>
                    <a:pt x="2702" y="1869"/>
                  </a:cubicBezTo>
                  <a:cubicBezTo>
                    <a:pt x="2869" y="1736"/>
                    <a:pt x="3069" y="1636"/>
                    <a:pt x="3270" y="1603"/>
                  </a:cubicBezTo>
                  <a:cubicBezTo>
                    <a:pt x="3340" y="1579"/>
                    <a:pt x="3411" y="1568"/>
                    <a:pt x="3481" y="1568"/>
                  </a:cubicBezTo>
                  <a:cubicBezTo>
                    <a:pt x="3607" y="1568"/>
                    <a:pt x="3729" y="1605"/>
                    <a:pt x="3837" y="1669"/>
                  </a:cubicBezTo>
                  <a:cubicBezTo>
                    <a:pt x="3903" y="1736"/>
                    <a:pt x="3970" y="1803"/>
                    <a:pt x="4037" y="1869"/>
                  </a:cubicBezTo>
                  <a:cubicBezTo>
                    <a:pt x="4070" y="1903"/>
                    <a:pt x="4137" y="1970"/>
                    <a:pt x="4170" y="1970"/>
                  </a:cubicBezTo>
                  <a:cubicBezTo>
                    <a:pt x="4237" y="1936"/>
                    <a:pt x="4204" y="1836"/>
                    <a:pt x="4204" y="1803"/>
                  </a:cubicBezTo>
                  <a:cubicBezTo>
                    <a:pt x="4204" y="1669"/>
                    <a:pt x="4170" y="1569"/>
                    <a:pt x="4137" y="1469"/>
                  </a:cubicBezTo>
                  <a:cubicBezTo>
                    <a:pt x="4103" y="1402"/>
                    <a:pt x="4037" y="1336"/>
                    <a:pt x="4003" y="1269"/>
                  </a:cubicBezTo>
                  <a:cubicBezTo>
                    <a:pt x="3937" y="1202"/>
                    <a:pt x="3937" y="1136"/>
                    <a:pt x="4003" y="1102"/>
                  </a:cubicBezTo>
                  <a:cubicBezTo>
                    <a:pt x="4037" y="1036"/>
                    <a:pt x="4070" y="1002"/>
                    <a:pt x="4070" y="969"/>
                  </a:cubicBezTo>
                  <a:cubicBezTo>
                    <a:pt x="4137" y="802"/>
                    <a:pt x="4170" y="602"/>
                    <a:pt x="4170" y="435"/>
                  </a:cubicBezTo>
                  <a:cubicBezTo>
                    <a:pt x="4070" y="435"/>
                    <a:pt x="4003" y="468"/>
                    <a:pt x="3937" y="535"/>
                  </a:cubicBezTo>
                  <a:lnTo>
                    <a:pt x="3870" y="602"/>
                  </a:lnTo>
                  <a:cubicBezTo>
                    <a:pt x="3803" y="635"/>
                    <a:pt x="3770" y="702"/>
                    <a:pt x="3703" y="735"/>
                  </a:cubicBezTo>
                  <a:cubicBezTo>
                    <a:pt x="3539" y="818"/>
                    <a:pt x="3374" y="877"/>
                    <a:pt x="3209" y="877"/>
                  </a:cubicBezTo>
                  <a:cubicBezTo>
                    <a:pt x="3174" y="877"/>
                    <a:pt x="3138" y="875"/>
                    <a:pt x="3103" y="869"/>
                  </a:cubicBezTo>
                  <a:cubicBezTo>
                    <a:pt x="3003" y="835"/>
                    <a:pt x="2936" y="802"/>
                    <a:pt x="2836" y="735"/>
                  </a:cubicBezTo>
                  <a:cubicBezTo>
                    <a:pt x="2869" y="735"/>
                    <a:pt x="2903" y="669"/>
                    <a:pt x="2869" y="635"/>
                  </a:cubicBezTo>
                  <a:cubicBezTo>
                    <a:pt x="2836" y="569"/>
                    <a:pt x="2769" y="535"/>
                    <a:pt x="2702" y="502"/>
                  </a:cubicBezTo>
                  <a:cubicBezTo>
                    <a:pt x="2636" y="468"/>
                    <a:pt x="2536" y="402"/>
                    <a:pt x="2436" y="335"/>
                  </a:cubicBezTo>
                  <a:cubicBezTo>
                    <a:pt x="2269" y="235"/>
                    <a:pt x="2069" y="202"/>
                    <a:pt x="1869" y="102"/>
                  </a:cubicBezTo>
                  <a:cubicBezTo>
                    <a:pt x="1804" y="37"/>
                    <a:pt x="1712" y="0"/>
                    <a:pt x="16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948716" y="4348314"/>
              <a:ext cx="165334" cy="102337"/>
            </a:xfrm>
            <a:custGeom>
              <a:avLst/>
              <a:gdLst/>
              <a:ahLst/>
              <a:cxnLst/>
              <a:rect l="l" t="t" r="r" b="b"/>
              <a:pathLst>
                <a:path w="4270" h="2643" extrusionOk="0">
                  <a:moveTo>
                    <a:pt x="1563" y="0"/>
                  </a:moveTo>
                  <a:cubicBezTo>
                    <a:pt x="1508" y="0"/>
                    <a:pt x="1452" y="11"/>
                    <a:pt x="1401" y="37"/>
                  </a:cubicBezTo>
                  <a:cubicBezTo>
                    <a:pt x="1334" y="103"/>
                    <a:pt x="1268" y="170"/>
                    <a:pt x="1201" y="237"/>
                  </a:cubicBezTo>
                  <a:cubicBezTo>
                    <a:pt x="1201" y="270"/>
                    <a:pt x="1168" y="337"/>
                    <a:pt x="1134" y="370"/>
                  </a:cubicBezTo>
                  <a:cubicBezTo>
                    <a:pt x="1068" y="370"/>
                    <a:pt x="968" y="404"/>
                    <a:pt x="901" y="470"/>
                  </a:cubicBezTo>
                  <a:cubicBezTo>
                    <a:pt x="734" y="537"/>
                    <a:pt x="534" y="670"/>
                    <a:pt x="400" y="804"/>
                  </a:cubicBezTo>
                  <a:cubicBezTo>
                    <a:pt x="234" y="904"/>
                    <a:pt x="134" y="1037"/>
                    <a:pt x="34" y="1204"/>
                  </a:cubicBezTo>
                  <a:cubicBezTo>
                    <a:pt x="0" y="1271"/>
                    <a:pt x="0" y="1338"/>
                    <a:pt x="34" y="1404"/>
                  </a:cubicBezTo>
                  <a:cubicBezTo>
                    <a:pt x="34" y="1471"/>
                    <a:pt x="100" y="1571"/>
                    <a:pt x="134" y="1638"/>
                  </a:cubicBezTo>
                  <a:cubicBezTo>
                    <a:pt x="234" y="1771"/>
                    <a:pt x="400" y="1905"/>
                    <a:pt x="567" y="1971"/>
                  </a:cubicBezTo>
                  <a:cubicBezTo>
                    <a:pt x="701" y="2038"/>
                    <a:pt x="867" y="2071"/>
                    <a:pt x="1034" y="2071"/>
                  </a:cubicBezTo>
                  <a:lnTo>
                    <a:pt x="1635" y="2071"/>
                  </a:lnTo>
                  <a:cubicBezTo>
                    <a:pt x="1668" y="2105"/>
                    <a:pt x="1701" y="2172"/>
                    <a:pt x="1701" y="2205"/>
                  </a:cubicBezTo>
                  <a:cubicBezTo>
                    <a:pt x="1768" y="2305"/>
                    <a:pt x="1835" y="2372"/>
                    <a:pt x="1902" y="2472"/>
                  </a:cubicBezTo>
                  <a:cubicBezTo>
                    <a:pt x="1948" y="2541"/>
                    <a:pt x="2058" y="2643"/>
                    <a:pt x="2166" y="2643"/>
                  </a:cubicBezTo>
                  <a:cubicBezTo>
                    <a:pt x="2214" y="2643"/>
                    <a:pt x="2261" y="2623"/>
                    <a:pt x="2302" y="2572"/>
                  </a:cubicBezTo>
                  <a:cubicBezTo>
                    <a:pt x="2335" y="2505"/>
                    <a:pt x="2369" y="2438"/>
                    <a:pt x="2369" y="2338"/>
                  </a:cubicBezTo>
                  <a:cubicBezTo>
                    <a:pt x="2369" y="2305"/>
                    <a:pt x="2402" y="2238"/>
                    <a:pt x="2469" y="2205"/>
                  </a:cubicBezTo>
                  <a:cubicBezTo>
                    <a:pt x="2502" y="2172"/>
                    <a:pt x="2535" y="2138"/>
                    <a:pt x="2535" y="2105"/>
                  </a:cubicBezTo>
                  <a:cubicBezTo>
                    <a:pt x="2569" y="2071"/>
                    <a:pt x="2502" y="2038"/>
                    <a:pt x="2469" y="2005"/>
                  </a:cubicBezTo>
                  <a:cubicBezTo>
                    <a:pt x="2402" y="2005"/>
                    <a:pt x="2335" y="2005"/>
                    <a:pt x="2302" y="1971"/>
                  </a:cubicBezTo>
                  <a:cubicBezTo>
                    <a:pt x="2369" y="1938"/>
                    <a:pt x="2435" y="1938"/>
                    <a:pt x="2502" y="1905"/>
                  </a:cubicBezTo>
                  <a:cubicBezTo>
                    <a:pt x="2569" y="1871"/>
                    <a:pt x="2669" y="1838"/>
                    <a:pt x="2735" y="1771"/>
                  </a:cubicBezTo>
                  <a:cubicBezTo>
                    <a:pt x="2902" y="1638"/>
                    <a:pt x="3102" y="1538"/>
                    <a:pt x="3303" y="1471"/>
                  </a:cubicBezTo>
                  <a:cubicBezTo>
                    <a:pt x="3373" y="1447"/>
                    <a:pt x="3444" y="1436"/>
                    <a:pt x="3514" y="1436"/>
                  </a:cubicBezTo>
                  <a:cubicBezTo>
                    <a:pt x="3640" y="1436"/>
                    <a:pt x="3762" y="1473"/>
                    <a:pt x="3870" y="1538"/>
                  </a:cubicBezTo>
                  <a:cubicBezTo>
                    <a:pt x="3936" y="1571"/>
                    <a:pt x="4003" y="1638"/>
                    <a:pt x="4070" y="1705"/>
                  </a:cubicBezTo>
                  <a:cubicBezTo>
                    <a:pt x="4097" y="1732"/>
                    <a:pt x="4146" y="1780"/>
                    <a:pt x="4181" y="1780"/>
                  </a:cubicBezTo>
                  <a:cubicBezTo>
                    <a:pt x="4189" y="1780"/>
                    <a:pt x="4197" y="1778"/>
                    <a:pt x="4203" y="1771"/>
                  </a:cubicBezTo>
                  <a:cubicBezTo>
                    <a:pt x="4270" y="1738"/>
                    <a:pt x="4237" y="1671"/>
                    <a:pt x="4237" y="1604"/>
                  </a:cubicBezTo>
                  <a:cubicBezTo>
                    <a:pt x="4237" y="1504"/>
                    <a:pt x="4170" y="1404"/>
                    <a:pt x="4136" y="1338"/>
                  </a:cubicBezTo>
                  <a:cubicBezTo>
                    <a:pt x="4070" y="1238"/>
                    <a:pt x="4036" y="1171"/>
                    <a:pt x="3970" y="1137"/>
                  </a:cubicBezTo>
                  <a:cubicBezTo>
                    <a:pt x="3936" y="1071"/>
                    <a:pt x="3903" y="1004"/>
                    <a:pt x="3970" y="937"/>
                  </a:cubicBezTo>
                  <a:cubicBezTo>
                    <a:pt x="4003" y="904"/>
                    <a:pt x="4036" y="871"/>
                    <a:pt x="4070" y="837"/>
                  </a:cubicBezTo>
                  <a:cubicBezTo>
                    <a:pt x="4136" y="670"/>
                    <a:pt x="4136" y="470"/>
                    <a:pt x="4103" y="270"/>
                  </a:cubicBezTo>
                  <a:lnTo>
                    <a:pt x="4103" y="270"/>
                  </a:lnTo>
                  <a:cubicBezTo>
                    <a:pt x="4036" y="304"/>
                    <a:pt x="3936" y="337"/>
                    <a:pt x="3903" y="404"/>
                  </a:cubicBezTo>
                  <a:lnTo>
                    <a:pt x="3836" y="470"/>
                  </a:lnTo>
                  <a:cubicBezTo>
                    <a:pt x="3770" y="504"/>
                    <a:pt x="3736" y="570"/>
                    <a:pt x="3669" y="637"/>
                  </a:cubicBezTo>
                  <a:cubicBezTo>
                    <a:pt x="3532" y="719"/>
                    <a:pt x="3372" y="779"/>
                    <a:pt x="3209" y="779"/>
                  </a:cubicBezTo>
                  <a:cubicBezTo>
                    <a:pt x="3173" y="779"/>
                    <a:pt x="3138" y="776"/>
                    <a:pt x="3102" y="771"/>
                  </a:cubicBezTo>
                  <a:cubicBezTo>
                    <a:pt x="3002" y="737"/>
                    <a:pt x="2902" y="704"/>
                    <a:pt x="2802" y="670"/>
                  </a:cubicBezTo>
                  <a:cubicBezTo>
                    <a:pt x="2836" y="637"/>
                    <a:pt x="2869" y="604"/>
                    <a:pt x="2836" y="570"/>
                  </a:cubicBezTo>
                  <a:cubicBezTo>
                    <a:pt x="2802" y="504"/>
                    <a:pt x="2735" y="470"/>
                    <a:pt x="2669" y="437"/>
                  </a:cubicBezTo>
                  <a:cubicBezTo>
                    <a:pt x="2602" y="404"/>
                    <a:pt x="2502" y="337"/>
                    <a:pt x="2402" y="304"/>
                  </a:cubicBezTo>
                  <a:cubicBezTo>
                    <a:pt x="2202" y="203"/>
                    <a:pt x="2002" y="170"/>
                    <a:pt x="1801" y="70"/>
                  </a:cubicBezTo>
                  <a:cubicBezTo>
                    <a:pt x="1740" y="29"/>
                    <a:pt x="1652" y="0"/>
                    <a:pt x="1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flipH="1">
              <a:off x="8699636" y="4348455"/>
              <a:ext cx="165373" cy="102066"/>
            </a:xfrm>
            <a:custGeom>
              <a:avLst/>
              <a:gdLst/>
              <a:ahLst/>
              <a:cxnLst/>
              <a:rect l="l" t="t" r="r" b="b"/>
              <a:pathLst>
                <a:path w="4271" h="2636" extrusionOk="0">
                  <a:moveTo>
                    <a:pt x="1598" y="1"/>
                  </a:moveTo>
                  <a:cubicBezTo>
                    <a:pt x="1527" y="1"/>
                    <a:pt x="1452" y="17"/>
                    <a:pt x="1368" y="51"/>
                  </a:cubicBezTo>
                  <a:cubicBezTo>
                    <a:pt x="1302" y="84"/>
                    <a:pt x="1268" y="151"/>
                    <a:pt x="1202" y="251"/>
                  </a:cubicBezTo>
                  <a:cubicBezTo>
                    <a:pt x="1168" y="284"/>
                    <a:pt x="1168" y="318"/>
                    <a:pt x="1135" y="351"/>
                  </a:cubicBezTo>
                  <a:cubicBezTo>
                    <a:pt x="1068" y="384"/>
                    <a:pt x="968" y="418"/>
                    <a:pt x="901" y="451"/>
                  </a:cubicBezTo>
                  <a:cubicBezTo>
                    <a:pt x="701" y="551"/>
                    <a:pt x="535" y="651"/>
                    <a:pt x="368" y="785"/>
                  </a:cubicBezTo>
                  <a:cubicBezTo>
                    <a:pt x="234" y="885"/>
                    <a:pt x="101" y="1052"/>
                    <a:pt x="34" y="1218"/>
                  </a:cubicBezTo>
                  <a:cubicBezTo>
                    <a:pt x="1" y="1252"/>
                    <a:pt x="1" y="1352"/>
                    <a:pt x="34" y="1418"/>
                  </a:cubicBezTo>
                  <a:cubicBezTo>
                    <a:pt x="68" y="1485"/>
                    <a:pt x="101" y="1552"/>
                    <a:pt x="168" y="1619"/>
                  </a:cubicBezTo>
                  <a:cubicBezTo>
                    <a:pt x="268" y="1785"/>
                    <a:pt x="401" y="1885"/>
                    <a:pt x="568" y="1952"/>
                  </a:cubicBezTo>
                  <a:cubicBezTo>
                    <a:pt x="735" y="2019"/>
                    <a:pt x="901" y="2052"/>
                    <a:pt x="1035" y="2052"/>
                  </a:cubicBezTo>
                  <a:cubicBezTo>
                    <a:pt x="1135" y="2069"/>
                    <a:pt x="1235" y="2077"/>
                    <a:pt x="1335" y="2077"/>
                  </a:cubicBezTo>
                  <a:cubicBezTo>
                    <a:pt x="1435" y="2077"/>
                    <a:pt x="1535" y="2069"/>
                    <a:pt x="1635" y="2052"/>
                  </a:cubicBezTo>
                  <a:lnTo>
                    <a:pt x="1735" y="2186"/>
                  </a:lnTo>
                  <a:cubicBezTo>
                    <a:pt x="1769" y="2286"/>
                    <a:pt x="1835" y="2386"/>
                    <a:pt x="1902" y="2453"/>
                  </a:cubicBezTo>
                  <a:cubicBezTo>
                    <a:pt x="1951" y="2526"/>
                    <a:pt x="2090" y="2636"/>
                    <a:pt x="2200" y="2636"/>
                  </a:cubicBezTo>
                  <a:cubicBezTo>
                    <a:pt x="2240" y="2636"/>
                    <a:pt x="2276" y="2621"/>
                    <a:pt x="2302" y="2586"/>
                  </a:cubicBezTo>
                  <a:cubicBezTo>
                    <a:pt x="2336" y="2519"/>
                    <a:pt x="2369" y="2419"/>
                    <a:pt x="2369" y="2352"/>
                  </a:cubicBezTo>
                  <a:cubicBezTo>
                    <a:pt x="2403" y="2286"/>
                    <a:pt x="2436" y="2219"/>
                    <a:pt x="2469" y="2186"/>
                  </a:cubicBezTo>
                  <a:cubicBezTo>
                    <a:pt x="2503" y="2186"/>
                    <a:pt x="2536" y="2152"/>
                    <a:pt x="2569" y="2119"/>
                  </a:cubicBezTo>
                  <a:cubicBezTo>
                    <a:pt x="2569" y="2086"/>
                    <a:pt x="2503" y="2019"/>
                    <a:pt x="2469" y="2019"/>
                  </a:cubicBezTo>
                  <a:cubicBezTo>
                    <a:pt x="2403" y="1986"/>
                    <a:pt x="2369" y="1986"/>
                    <a:pt x="2302" y="1952"/>
                  </a:cubicBezTo>
                  <a:cubicBezTo>
                    <a:pt x="2369" y="1952"/>
                    <a:pt x="2436" y="1919"/>
                    <a:pt x="2503" y="1919"/>
                  </a:cubicBezTo>
                  <a:cubicBezTo>
                    <a:pt x="2603" y="1852"/>
                    <a:pt x="2669" y="1819"/>
                    <a:pt x="2736" y="1752"/>
                  </a:cubicBezTo>
                  <a:cubicBezTo>
                    <a:pt x="2903" y="1619"/>
                    <a:pt x="3103" y="1519"/>
                    <a:pt x="3303" y="1452"/>
                  </a:cubicBezTo>
                  <a:cubicBezTo>
                    <a:pt x="3376" y="1440"/>
                    <a:pt x="3450" y="1432"/>
                    <a:pt x="3521" y="1432"/>
                  </a:cubicBezTo>
                  <a:cubicBezTo>
                    <a:pt x="3645" y="1432"/>
                    <a:pt x="3765" y="1455"/>
                    <a:pt x="3870" y="1519"/>
                  </a:cubicBezTo>
                  <a:cubicBezTo>
                    <a:pt x="3970" y="1585"/>
                    <a:pt x="4037" y="1619"/>
                    <a:pt x="4104" y="1719"/>
                  </a:cubicBezTo>
                  <a:cubicBezTo>
                    <a:pt x="4137" y="1719"/>
                    <a:pt x="4170" y="1785"/>
                    <a:pt x="4237" y="1785"/>
                  </a:cubicBezTo>
                  <a:cubicBezTo>
                    <a:pt x="4271" y="1752"/>
                    <a:pt x="4271" y="1652"/>
                    <a:pt x="4271" y="1619"/>
                  </a:cubicBezTo>
                  <a:cubicBezTo>
                    <a:pt x="4237" y="1519"/>
                    <a:pt x="4170" y="1418"/>
                    <a:pt x="4104" y="1318"/>
                  </a:cubicBezTo>
                  <a:cubicBezTo>
                    <a:pt x="4070" y="1252"/>
                    <a:pt x="4037" y="1185"/>
                    <a:pt x="3970" y="1118"/>
                  </a:cubicBezTo>
                  <a:cubicBezTo>
                    <a:pt x="3904" y="1052"/>
                    <a:pt x="3904" y="1018"/>
                    <a:pt x="3970" y="951"/>
                  </a:cubicBezTo>
                  <a:cubicBezTo>
                    <a:pt x="4004" y="918"/>
                    <a:pt x="4004" y="851"/>
                    <a:pt x="4037" y="818"/>
                  </a:cubicBezTo>
                  <a:cubicBezTo>
                    <a:pt x="4104" y="651"/>
                    <a:pt x="4137" y="451"/>
                    <a:pt x="4104" y="284"/>
                  </a:cubicBezTo>
                  <a:cubicBezTo>
                    <a:pt x="4004" y="284"/>
                    <a:pt x="3937" y="318"/>
                    <a:pt x="3870" y="384"/>
                  </a:cubicBezTo>
                  <a:lnTo>
                    <a:pt x="3837" y="451"/>
                  </a:lnTo>
                  <a:cubicBezTo>
                    <a:pt x="3770" y="518"/>
                    <a:pt x="3703" y="551"/>
                    <a:pt x="3637" y="618"/>
                  </a:cubicBezTo>
                  <a:cubicBezTo>
                    <a:pt x="3500" y="700"/>
                    <a:pt x="3340" y="760"/>
                    <a:pt x="3176" y="760"/>
                  </a:cubicBezTo>
                  <a:cubicBezTo>
                    <a:pt x="3141" y="760"/>
                    <a:pt x="3105" y="757"/>
                    <a:pt x="3070" y="751"/>
                  </a:cubicBezTo>
                  <a:cubicBezTo>
                    <a:pt x="2970" y="751"/>
                    <a:pt x="2870" y="718"/>
                    <a:pt x="2803" y="651"/>
                  </a:cubicBezTo>
                  <a:cubicBezTo>
                    <a:pt x="2836" y="651"/>
                    <a:pt x="2836" y="585"/>
                    <a:pt x="2803" y="551"/>
                  </a:cubicBezTo>
                  <a:cubicBezTo>
                    <a:pt x="2769" y="484"/>
                    <a:pt x="2736" y="451"/>
                    <a:pt x="2669" y="451"/>
                  </a:cubicBezTo>
                  <a:cubicBezTo>
                    <a:pt x="2569" y="384"/>
                    <a:pt x="2469" y="351"/>
                    <a:pt x="2369" y="284"/>
                  </a:cubicBezTo>
                  <a:cubicBezTo>
                    <a:pt x="2202" y="184"/>
                    <a:pt x="2002" y="151"/>
                    <a:pt x="1802" y="51"/>
                  </a:cubicBezTo>
                  <a:cubicBezTo>
                    <a:pt x="1735" y="17"/>
                    <a:pt x="1669" y="1"/>
                    <a:pt x="15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393610" y="4873393"/>
              <a:ext cx="165373" cy="102105"/>
            </a:xfrm>
            <a:custGeom>
              <a:avLst/>
              <a:gdLst/>
              <a:ahLst/>
              <a:cxnLst/>
              <a:rect l="l" t="t" r="r" b="b"/>
              <a:pathLst>
                <a:path w="4271" h="2637" extrusionOk="0">
                  <a:moveTo>
                    <a:pt x="1565" y="0"/>
                  </a:moveTo>
                  <a:cubicBezTo>
                    <a:pt x="1508" y="0"/>
                    <a:pt x="1452" y="11"/>
                    <a:pt x="1401" y="37"/>
                  </a:cubicBezTo>
                  <a:cubicBezTo>
                    <a:pt x="1335" y="103"/>
                    <a:pt x="1268" y="170"/>
                    <a:pt x="1235" y="237"/>
                  </a:cubicBezTo>
                  <a:cubicBezTo>
                    <a:pt x="1201" y="270"/>
                    <a:pt x="1168" y="304"/>
                    <a:pt x="1168" y="370"/>
                  </a:cubicBezTo>
                  <a:cubicBezTo>
                    <a:pt x="1068" y="370"/>
                    <a:pt x="1001" y="404"/>
                    <a:pt x="901" y="437"/>
                  </a:cubicBezTo>
                  <a:cubicBezTo>
                    <a:pt x="734" y="537"/>
                    <a:pt x="567" y="637"/>
                    <a:pt x="401" y="804"/>
                  </a:cubicBezTo>
                  <a:cubicBezTo>
                    <a:pt x="267" y="904"/>
                    <a:pt x="134" y="1037"/>
                    <a:pt x="67" y="1204"/>
                  </a:cubicBezTo>
                  <a:cubicBezTo>
                    <a:pt x="34" y="1271"/>
                    <a:pt x="0" y="1338"/>
                    <a:pt x="34" y="1404"/>
                  </a:cubicBezTo>
                  <a:cubicBezTo>
                    <a:pt x="67" y="1471"/>
                    <a:pt x="100" y="1571"/>
                    <a:pt x="167" y="1638"/>
                  </a:cubicBezTo>
                  <a:cubicBezTo>
                    <a:pt x="267" y="1771"/>
                    <a:pt x="401" y="1905"/>
                    <a:pt x="567" y="1971"/>
                  </a:cubicBezTo>
                  <a:cubicBezTo>
                    <a:pt x="734" y="2038"/>
                    <a:pt x="901" y="2072"/>
                    <a:pt x="1068" y="2072"/>
                  </a:cubicBezTo>
                  <a:lnTo>
                    <a:pt x="1668" y="2072"/>
                  </a:lnTo>
                  <a:lnTo>
                    <a:pt x="1735" y="2205"/>
                  </a:lnTo>
                  <a:cubicBezTo>
                    <a:pt x="1768" y="2305"/>
                    <a:pt x="1835" y="2372"/>
                    <a:pt x="1902" y="2472"/>
                  </a:cubicBezTo>
                  <a:cubicBezTo>
                    <a:pt x="1974" y="2520"/>
                    <a:pt x="2097" y="2637"/>
                    <a:pt x="2198" y="2637"/>
                  </a:cubicBezTo>
                  <a:cubicBezTo>
                    <a:pt x="2238" y="2637"/>
                    <a:pt x="2274" y="2619"/>
                    <a:pt x="2302" y="2572"/>
                  </a:cubicBezTo>
                  <a:cubicBezTo>
                    <a:pt x="2335" y="2505"/>
                    <a:pt x="2369" y="2438"/>
                    <a:pt x="2369" y="2338"/>
                  </a:cubicBezTo>
                  <a:cubicBezTo>
                    <a:pt x="2402" y="2272"/>
                    <a:pt x="2435" y="2238"/>
                    <a:pt x="2469" y="2205"/>
                  </a:cubicBezTo>
                  <a:cubicBezTo>
                    <a:pt x="2502" y="2205"/>
                    <a:pt x="2536" y="2138"/>
                    <a:pt x="2569" y="2105"/>
                  </a:cubicBezTo>
                  <a:cubicBezTo>
                    <a:pt x="2569" y="2072"/>
                    <a:pt x="2502" y="2038"/>
                    <a:pt x="2469" y="2005"/>
                  </a:cubicBezTo>
                  <a:cubicBezTo>
                    <a:pt x="2402" y="2005"/>
                    <a:pt x="2369" y="1971"/>
                    <a:pt x="2302" y="1971"/>
                  </a:cubicBezTo>
                  <a:cubicBezTo>
                    <a:pt x="2369" y="1938"/>
                    <a:pt x="2435" y="1938"/>
                    <a:pt x="2502" y="1905"/>
                  </a:cubicBezTo>
                  <a:cubicBezTo>
                    <a:pt x="2602" y="1871"/>
                    <a:pt x="2669" y="1805"/>
                    <a:pt x="2769" y="1771"/>
                  </a:cubicBezTo>
                  <a:cubicBezTo>
                    <a:pt x="2902" y="1638"/>
                    <a:pt x="3103" y="1538"/>
                    <a:pt x="3303" y="1471"/>
                  </a:cubicBezTo>
                  <a:cubicBezTo>
                    <a:pt x="3374" y="1447"/>
                    <a:pt x="3445" y="1436"/>
                    <a:pt x="3514" y="1436"/>
                  </a:cubicBezTo>
                  <a:cubicBezTo>
                    <a:pt x="3641" y="1436"/>
                    <a:pt x="3762" y="1473"/>
                    <a:pt x="3870" y="1538"/>
                  </a:cubicBezTo>
                  <a:cubicBezTo>
                    <a:pt x="3970" y="1571"/>
                    <a:pt x="4037" y="1638"/>
                    <a:pt x="4103" y="1705"/>
                  </a:cubicBezTo>
                  <a:cubicBezTo>
                    <a:pt x="4130" y="1732"/>
                    <a:pt x="4157" y="1780"/>
                    <a:pt x="4202" y="1780"/>
                  </a:cubicBezTo>
                  <a:cubicBezTo>
                    <a:pt x="4213" y="1780"/>
                    <a:pt x="4224" y="1778"/>
                    <a:pt x="4237" y="1771"/>
                  </a:cubicBezTo>
                  <a:cubicBezTo>
                    <a:pt x="4270" y="1771"/>
                    <a:pt x="4270" y="1638"/>
                    <a:pt x="4270" y="1605"/>
                  </a:cubicBezTo>
                  <a:cubicBezTo>
                    <a:pt x="4237" y="1504"/>
                    <a:pt x="4170" y="1404"/>
                    <a:pt x="4137" y="1338"/>
                  </a:cubicBezTo>
                  <a:cubicBezTo>
                    <a:pt x="4103" y="1238"/>
                    <a:pt x="4037" y="1171"/>
                    <a:pt x="4003" y="1138"/>
                  </a:cubicBezTo>
                  <a:cubicBezTo>
                    <a:pt x="3937" y="1071"/>
                    <a:pt x="3937" y="1004"/>
                    <a:pt x="4003" y="937"/>
                  </a:cubicBezTo>
                  <a:lnTo>
                    <a:pt x="4070" y="837"/>
                  </a:lnTo>
                  <a:cubicBezTo>
                    <a:pt x="4137" y="637"/>
                    <a:pt x="4137" y="470"/>
                    <a:pt x="4103" y="270"/>
                  </a:cubicBezTo>
                  <a:cubicBezTo>
                    <a:pt x="4037" y="270"/>
                    <a:pt x="3937" y="337"/>
                    <a:pt x="3903" y="404"/>
                  </a:cubicBezTo>
                  <a:lnTo>
                    <a:pt x="3836" y="437"/>
                  </a:lnTo>
                  <a:cubicBezTo>
                    <a:pt x="3770" y="504"/>
                    <a:pt x="3736" y="570"/>
                    <a:pt x="3670" y="604"/>
                  </a:cubicBezTo>
                  <a:cubicBezTo>
                    <a:pt x="3503" y="737"/>
                    <a:pt x="3303" y="771"/>
                    <a:pt x="3103" y="771"/>
                  </a:cubicBezTo>
                  <a:cubicBezTo>
                    <a:pt x="3003" y="737"/>
                    <a:pt x="2902" y="704"/>
                    <a:pt x="2802" y="671"/>
                  </a:cubicBezTo>
                  <a:cubicBezTo>
                    <a:pt x="2836" y="637"/>
                    <a:pt x="2869" y="604"/>
                    <a:pt x="2836" y="570"/>
                  </a:cubicBezTo>
                  <a:cubicBezTo>
                    <a:pt x="2802" y="504"/>
                    <a:pt x="2736" y="470"/>
                    <a:pt x="2669" y="437"/>
                  </a:cubicBezTo>
                  <a:lnTo>
                    <a:pt x="2402" y="304"/>
                  </a:lnTo>
                  <a:cubicBezTo>
                    <a:pt x="2202" y="204"/>
                    <a:pt x="2002" y="170"/>
                    <a:pt x="1835" y="70"/>
                  </a:cubicBezTo>
                  <a:cubicBezTo>
                    <a:pt x="1753" y="29"/>
                    <a:pt x="1657" y="0"/>
                    <a:pt x="15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713225" y="537600"/>
            <a:ext cx="5463300" cy="4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713225" y="1168075"/>
            <a:ext cx="7331100" cy="343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7350">
              <a:spcBef>
                <a:spcPts val="0"/>
              </a:spcBef>
              <a:spcAft>
                <a:spcPts val="0"/>
              </a:spcAft>
              <a:buClr>
                <a:srgbClr val="04445A"/>
              </a:buClr>
              <a:buSzPts val="2500"/>
              <a:buAutoNum type="arabicPeriod"/>
              <a:defRPr sz="1100">
                <a:solidFill>
                  <a:schemeClr val="accent6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04445A"/>
              </a:buClr>
              <a:buSzPts val="1400"/>
              <a:buFont typeface="Didact Gothic"/>
              <a:buAutoNum type="alphaLcPeriod"/>
              <a:defRPr>
                <a:solidFill>
                  <a:schemeClr val="accent6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04445A"/>
              </a:buClr>
              <a:buSzPts val="1400"/>
              <a:buFont typeface="Didact Gothic"/>
              <a:buAutoNum type="romanLcPeriod"/>
              <a:defRPr>
                <a:solidFill>
                  <a:schemeClr val="accent6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04445A"/>
              </a:buClr>
              <a:buSzPts val="1400"/>
              <a:buFont typeface="Didact Gothic"/>
              <a:buAutoNum type="arabicPeriod"/>
              <a:defRPr>
                <a:solidFill>
                  <a:schemeClr val="accent6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04445A"/>
              </a:buClr>
              <a:buSzPts val="1400"/>
              <a:buFont typeface="Didact Gothic"/>
              <a:buAutoNum type="alphaLcPeriod"/>
              <a:defRPr>
                <a:solidFill>
                  <a:schemeClr val="accent6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04445A"/>
              </a:buClr>
              <a:buSzPts val="1400"/>
              <a:buFont typeface="Didact Gothic"/>
              <a:buAutoNum type="romanLcPeriod"/>
              <a:defRPr>
                <a:solidFill>
                  <a:schemeClr val="accent6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04445A"/>
              </a:buClr>
              <a:buSzPts val="1400"/>
              <a:buFont typeface="Didact Gothic"/>
              <a:buAutoNum type="arabicPeriod"/>
              <a:defRPr>
                <a:solidFill>
                  <a:schemeClr val="accent6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04445A"/>
              </a:buClr>
              <a:buSzPts val="1400"/>
              <a:buFont typeface="Didact Gothic"/>
              <a:buAutoNum type="alphaLcPeriod"/>
              <a:defRPr>
                <a:solidFill>
                  <a:schemeClr val="accent6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04445A"/>
              </a:buClr>
              <a:buSzPts val="1400"/>
              <a:buFont typeface="Didact Gothic"/>
              <a:buAutoNum type="romanLcPeriod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4"/>
          <p:cNvSpPr/>
          <p:nvPr/>
        </p:nvSpPr>
        <p:spPr>
          <a:xfrm flipH="1">
            <a:off x="8006760" y="4784086"/>
            <a:ext cx="1137240" cy="147015"/>
          </a:xfrm>
          <a:custGeom>
            <a:avLst/>
            <a:gdLst/>
            <a:ahLst/>
            <a:cxnLst/>
            <a:rect l="l" t="t" r="r" b="b"/>
            <a:pathLst>
              <a:path w="22464" h="2904" extrusionOk="0">
                <a:moveTo>
                  <a:pt x="0" y="0"/>
                </a:moveTo>
                <a:lnTo>
                  <a:pt x="0" y="2659"/>
                </a:lnTo>
                <a:cubicBezTo>
                  <a:pt x="2022" y="2822"/>
                  <a:pt x="4045" y="2903"/>
                  <a:pt x="6066" y="2903"/>
                </a:cubicBezTo>
                <a:cubicBezTo>
                  <a:pt x="11579" y="2903"/>
                  <a:pt x="17073" y="2300"/>
                  <a:pt x="22463" y="1122"/>
                </a:cubicBezTo>
                <a:cubicBezTo>
                  <a:pt x="14951" y="1025"/>
                  <a:pt x="7463" y="659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4"/>
          <p:cNvSpPr/>
          <p:nvPr/>
        </p:nvSpPr>
        <p:spPr>
          <a:xfrm flipH="1">
            <a:off x="5461993" y="4175225"/>
            <a:ext cx="3682007" cy="332961"/>
          </a:xfrm>
          <a:custGeom>
            <a:avLst/>
            <a:gdLst/>
            <a:ahLst/>
            <a:cxnLst/>
            <a:rect l="l" t="t" r="r" b="b"/>
            <a:pathLst>
              <a:path w="72731" h="6577" extrusionOk="0">
                <a:moveTo>
                  <a:pt x="6033" y="0"/>
                </a:moveTo>
                <a:cubicBezTo>
                  <a:pt x="4022" y="0"/>
                  <a:pt x="2008" y="129"/>
                  <a:pt x="0" y="387"/>
                </a:cubicBezTo>
                <a:lnTo>
                  <a:pt x="0" y="5924"/>
                </a:lnTo>
                <a:cubicBezTo>
                  <a:pt x="2212" y="5131"/>
                  <a:pt x="4316" y="4071"/>
                  <a:pt x="6558" y="4071"/>
                </a:cubicBezTo>
                <a:cubicBezTo>
                  <a:pt x="6937" y="4071"/>
                  <a:pt x="7320" y="4101"/>
                  <a:pt x="7707" y="4168"/>
                </a:cubicBezTo>
                <a:cubicBezTo>
                  <a:pt x="9049" y="4387"/>
                  <a:pt x="10171" y="5046"/>
                  <a:pt x="11439" y="5436"/>
                </a:cubicBezTo>
                <a:cubicBezTo>
                  <a:pt x="12854" y="5851"/>
                  <a:pt x="14390" y="5973"/>
                  <a:pt x="15902" y="6070"/>
                </a:cubicBezTo>
                <a:cubicBezTo>
                  <a:pt x="21369" y="6417"/>
                  <a:pt x="26835" y="6576"/>
                  <a:pt x="32316" y="6576"/>
                </a:cubicBezTo>
                <a:cubicBezTo>
                  <a:pt x="33389" y="6576"/>
                  <a:pt x="34462" y="6570"/>
                  <a:pt x="35536" y="6558"/>
                </a:cubicBezTo>
                <a:cubicBezTo>
                  <a:pt x="31390" y="6412"/>
                  <a:pt x="27292" y="5851"/>
                  <a:pt x="23268" y="4826"/>
                </a:cubicBezTo>
                <a:cubicBezTo>
                  <a:pt x="25338" y="4383"/>
                  <a:pt x="27448" y="4225"/>
                  <a:pt x="29580" y="4225"/>
                </a:cubicBezTo>
                <a:cubicBezTo>
                  <a:pt x="34128" y="4225"/>
                  <a:pt x="38774" y="4944"/>
                  <a:pt x="43341" y="5143"/>
                </a:cubicBezTo>
                <a:cubicBezTo>
                  <a:pt x="44191" y="5178"/>
                  <a:pt x="45042" y="5194"/>
                  <a:pt x="45893" y="5194"/>
                </a:cubicBezTo>
                <a:cubicBezTo>
                  <a:pt x="50407" y="5194"/>
                  <a:pt x="54919" y="4749"/>
                  <a:pt x="59414" y="4339"/>
                </a:cubicBezTo>
                <a:cubicBezTo>
                  <a:pt x="63901" y="3900"/>
                  <a:pt x="68462" y="3461"/>
                  <a:pt x="72730" y="2265"/>
                </a:cubicBezTo>
                <a:cubicBezTo>
                  <a:pt x="70452" y="1811"/>
                  <a:pt x="68142" y="1652"/>
                  <a:pt x="65813" y="1652"/>
                </a:cubicBezTo>
                <a:cubicBezTo>
                  <a:pt x="60350" y="1652"/>
                  <a:pt x="54781" y="2528"/>
                  <a:pt x="49275" y="2528"/>
                </a:cubicBezTo>
                <a:cubicBezTo>
                  <a:pt x="48434" y="2528"/>
                  <a:pt x="47593" y="2508"/>
                  <a:pt x="46755" y="2461"/>
                </a:cubicBezTo>
                <a:cubicBezTo>
                  <a:pt x="40531" y="2132"/>
                  <a:pt x="34410" y="350"/>
                  <a:pt x="28276" y="350"/>
                </a:cubicBezTo>
                <a:cubicBezTo>
                  <a:pt x="27128" y="350"/>
                  <a:pt x="25979" y="412"/>
                  <a:pt x="24829" y="558"/>
                </a:cubicBezTo>
                <a:cubicBezTo>
                  <a:pt x="23024" y="802"/>
                  <a:pt x="21268" y="1217"/>
                  <a:pt x="19463" y="1266"/>
                </a:cubicBezTo>
                <a:cubicBezTo>
                  <a:pt x="19310" y="1271"/>
                  <a:pt x="19157" y="1273"/>
                  <a:pt x="19005" y="1273"/>
                </a:cubicBezTo>
                <a:cubicBezTo>
                  <a:pt x="17014" y="1273"/>
                  <a:pt x="15045" y="851"/>
                  <a:pt x="13098" y="534"/>
                </a:cubicBezTo>
                <a:cubicBezTo>
                  <a:pt x="10753" y="178"/>
                  <a:pt x="8395" y="0"/>
                  <a:pt x="603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>
            <a:spLocks noGrp="1"/>
          </p:cNvSpPr>
          <p:nvPr>
            <p:ph type="title" hasCustomPrompt="1"/>
          </p:nvPr>
        </p:nvSpPr>
        <p:spPr>
          <a:xfrm>
            <a:off x="2646888" y="1741812"/>
            <a:ext cx="521100" cy="4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32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41" name="Google Shape;41;p5"/>
          <p:cNvSpPr txBox="1">
            <a:spLocks noGrp="1"/>
          </p:cNvSpPr>
          <p:nvPr>
            <p:ph type="subTitle" idx="1"/>
          </p:nvPr>
        </p:nvSpPr>
        <p:spPr>
          <a:xfrm>
            <a:off x="3180300" y="1486925"/>
            <a:ext cx="3316800" cy="68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6014100" y="3222238"/>
            <a:ext cx="521100" cy="4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32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3"/>
          </p:nvPr>
        </p:nvSpPr>
        <p:spPr>
          <a:xfrm flipH="1">
            <a:off x="2608800" y="2967763"/>
            <a:ext cx="3316800" cy="68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6535195" y="157965"/>
            <a:ext cx="1224974" cy="1224937"/>
          </a:xfrm>
          <a:custGeom>
            <a:avLst/>
            <a:gdLst/>
            <a:ahLst/>
            <a:cxnLst/>
            <a:rect l="l" t="t" r="r" b="b"/>
            <a:pathLst>
              <a:path w="15017" h="15017" extrusionOk="0">
                <a:moveTo>
                  <a:pt x="7508" y="1"/>
                </a:moveTo>
                <a:cubicBezTo>
                  <a:pt x="3361" y="1"/>
                  <a:pt x="0" y="3361"/>
                  <a:pt x="0" y="7509"/>
                </a:cubicBezTo>
                <a:cubicBezTo>
                  <a:pt x="0" y="11656"/>
                  <a:pt x="3361" y="15017"/>
                  <a:pt x="7508" y="15017"/>
                </a:cubicBezTo>
                <a:cubicBezTo>
                  <a:pt x="11656" y="15017"/>
                  <a:pt x="15017" y="11656"/>
                  <a:pt x="15017" y="7509"/>
                </a:cubicBezTo>
                <a:cubicBezTo>
                  <a:pt x="15017" y="3361"/>
                  <a:pt x="11656" y="1"/>
                  <a:pt x="750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" name="Google Shape;45;p5"/>
          <p:cNvGrpSpPr/>
          <p:nvPr/>
        </p:nvGrpSpPr>
        <p:grpSpPr>
          <a:xfrm flipH="1">
            <a:off x="-1722200" y="-1010426"/>
            <a:ext cx="3836329" cy="6843608"/>
            <a:chOff x="6629631" y="-1010426"/>
            <a:chExt cx="3836329" cy="6843608"/>
          </a:xfrm>
        </p:grpSpPr>
        <p:sp>
          <p:nvSpPr>
            <p:cNvPr id="46" name="Google Shape;46;p5"/>
            <p:cNvSpPr/>
            <p:nvPr/>
          </p:nvSpPr>
          <p:spPr>
            <a:xfrm>
              <a:off x="6629631" y="3841003"/>
              <a:ext cx="3156648" cy="1992178"/>
            </a:xfrm>
            <a:custGeom>
              <a:avLst/>
              <a:gdLst/>
              <a:ahLst/>
              <a:cxnLst/>
              <a:rect l="l" t="t" r="r" b="b"/>
              <a:pathLst>
                <a:path w="67152" h="42380" extrusionOk="0">
                  <a:moveTo>
                    <a:pt x="0" y="0"/>
                  </a:moveTo>
                  <a:lnTo>
                    <a:pt x="19260" y="42380"/>
                  </a:lnTo>
                  <a:cubicBezTo>
                    <a:pt x="19260" y="42380"/>
                    <a:pt x="57819" y="34046"/>
                    <a:pt x="57819" y="32913"/>
                  </a:cubicBezTo>
                  <a:cubicBezTo>
                    <a:pt x="57819" y="31780"/>
                    <a:pt x="67151" y="7105"/>
                    <a:pt x="67151" y="7105"/>
                  </a:cubicBezTo>
                  <a:lnTo>
                    <a:pt x="29188" y="5492"/>
                  </a:lnTo>
                  <a:close/>
                </a:path>
              </a:pathLst>
            </a:custGeom>
            <a:solidFill>
              <a:srgbClr val="6B919E">
                <a:alpha val="21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5"/>
            <p:cNvSpPr/>
            <p:nvPr/>
          </p:nvSpPr>
          <p:spPr>
            <a:xfrm>
              <a:off x="7647752" y="4099152"/>
              <a:ext cx="1088647" cy="1289040"/>
            </a:xfrm>
            <a:custGeom>
              <a:avLst/>
              <a:gdLst/>
              <a:ahLst/>
              <a:cxnLst/>
              <a:rect l="l" t="t" r="r" b="b"/>
              <a:pathLst>
                <a:path w="23159" h="27422" extrusionOk="0">
                  <a:moveTo>
                    <a:pt x="7528" y="0"/>
                  </a:moveTo>
                  <a:lnTo>
                    <a:pt x="1" y="27421"/>
                  </a:lnTo>
                  <a:lnTo>
                    <a:pt x="23159" y="250"/>
                  </a:lnTo>
                  <a:close/>
                </a:path>
              </a:pathLst>
            </a:custGeom>
            <a:solidFill>
              <a:srgbClr val="6B919E">
                <a:alpha val="21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5"/>
            <p:cNvSpPr/>
            <p:nvPr/>
          </p:nvSpPr>
          <p:spPr>
            <a:xfrm>
              <a:off x="6629631" y="-1010426"/>
              <a:ext cx="3836329" cy="5185773"/>
            </a:xfrm>
            <a:custGeom>
              <a:avLst/>
              <a:gdLst/>
              <a:ahLst/>
              <a:cxnLst/>
              <a:rect l="l" t="t" r="r" b="b"/>
              <a:pathLst>
                <a:path w="81611" h="110318" extrusionOk="0">
                  <a:moveTo>
                    <a:pt x="66498" y="0"/>
                  </a:moveTo>
                  <a:lnTo>
                    <a:pt x="42706" y="4513"/>
                  </a:lnTo>
                  <a:lnTo>
                    <a:pt x="30167" y="40075"/>
                  </a:lnTo>
                  <a:lnTo>
                    <a:pt x="20509" y="52422"/>
                  </a:lnTo>
                  <a:lnTo>
                    <a:pt x="20509" y="62081"/>
                  </a:lnTo>
                  <a:lnTo>
                    <a:pt x="7009" y="90366"/>
                  </a:lnTo>
                  <a:lnTo>
                    <a:pt x="0" y="103212"/>
                  </a:lnTo>
                  <a:lnTo>
                    <a:pt x="29188" y="108704"/>
                  </a:lnTo>
                  <a:lnTo>
                    <a:pt x="67132" y="110317"/>
                  </a:lnTo>
                  <a:lnTo>
                    <a:pt x="81610" y="42879"/>
                  </a:lnTo>
                  <a:lnTo>
                    <a:pt x="77751" y="9332"/>
                  </a:lnTo>
                  <a:lnTo>
                    <a:pt x="664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>
              <a:off x="7880613" y="-1010426"/>
              <a:ext cx="2585271" cy="5185773"/>
            </a:xfrm>
            <a:custGeom>
              <a:avLst/>
              <a:gdLst/>
              <a:ahLst/>
              <a:cxnLst/>
              <a:rect l="l" t="t" r="r" b="b"/>
              <a:pathLst>
                <a:path w="54997" h="110318" extrusionOk="0">
                  <a:moveTo>
                    <a:pt x="39884" y="0"/>
                  </a:moveTo>
                  <a:lnTo>
                    <a:pt x="28555" y="2151"/>
                  </a:lnTo>
                  <a:lnTo>
                    <a:pt x="1614" y="69762"/>
                  </a:lnTo>
                  <a:lnTo>
                    <a:pt x="19952" y="35639"/>
                  </a:lnTo>
                  <a:lnTo>
                    <a:pt x="22199" y="49580"/>
                  </a:lnTo>
                  <a:lnTo>
                    <a:pt x="16726" y="63368"/>
                  </a:lnTo>
                  <a:lnTo>
                    <a:pt x="1" y="83933"/>
                  </a:lnTo>
                  <a:lnTo>
                    <a:pt x="1" y="83933"/>
                  </a:lnTo>
                  <a:lnTo>
                    <a:pt x="15920" y="74870"/>
                  </a:lnTo>
                  <a:lnTo>
                    <a:pt x="15920" y="88772"/>
                  </a:lnTo>
                  <a:lnTo>
                    <a:pt x="2574" y="108704"/>
                  </a:lnTo>
                  <a:lnTo>
                    <a:pt x="40518" y="110317"/>
                  </a:lnTo>
                  <a:lnTo>
                    <a:pt x="54996" y="42879"/>
                  </a:lnTo>
                  <a:lnTo>
                    <a:pt x="51137" y="9332"/>
                  </a:lnTo>
                  <a:lnTo>
                    <a:pt x="398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5"/>
            <p:cNvSpPr/>
            <p:nvPr/>
          </p:nvSpPr>
          <p:spPr>
            <a:xfrm>
              <a:off x="7880613" y="1320057"/>
              <a:ext cx="1904650" cy="2855142"/>
            </a:xfrm>
            <a:custGeom>
              <a:avLst/>
              <a:gdLst/>
              <a:ahLst/>
              <a:cxnLst/>
              <a:rect l="l" t="t" r="r" b="b"/>
              <a:pathLst>
                <a:path w="40518" h="60738" extrusionOk="0">
                  <a:moveTo>
                    <a:pt x="22199" y="0"/>
                  </a:moveTo>
                  <a:lnTo>
                    <a:pt x="16726" y="13788"/>
                  </a:lnTo>
                  <a:lnTo>
                    <a:pt x="1" y="34353"/>
                  </a:lnTo>
                  <a:lnTo>
                    <a:pt x="1" y="34353"/>
                  </a:lnTo>
                  <a:lnTo>
                    <a:pt x="15920" y="25290"/>
                  </a:lnTo>
                  <a:lnTo>
                    <a:pt x="15920" y="39192"/>
                  </a:lnTo>
                  <a:lnTo>
                    <a:pt x="2574" y="59124"/>
                  </a:lnTo>
                  <a:lnTo>
                    <a:pt x="40518" y="60737"/>
                  </a:lnTo>
                  <a:lnTo>
                    <a:pt x="28804" y="45279"/>
                  </a:lnTo>
                  <a:lnTo>
                    <a:pt x="221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>
              <a:off x="6629631" y="1453644"/>
              <a:ext cx="1224968" cy="2387558"/>
            </a:xfrm>
            <a:custGeom>
              <a:avLst/>
              <a:gdLst/>
              <a:ahLst/>
              <a:cxnLst/>
              <a:rect l="l" t="t" r="r" b="b"/>
              <a:pathLst>
                <a:path w="26059" h="50791" extrusionOk="0">
                  <a:moveTo>
                    <a:pt x="20509" y="0"/>
                  </a:moveTo>
                  <a:lnTo>
                    <a:pt x="20509" y="9659"/>
                  </a:lnTo>
                  <a:lnTo>
                    <a:pt x="0" y="50790"/>
                  </a:lnTo>
                  <a:lnTo>
                    <a:pt x="21469" y="13845"/>
                  </a:lnTo>
                  <a:lnTo>
                    <a:pt x="26058" y="22371"/>
                  </a:lnTo>
                  <a:lnTo>
                    <a:pt x="2050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" name="Google Shape;52;p5"/>
          <p:cNvGrpSpPr/>
          <p:nvPr/>
        </p:nvGrpSpPr>
        <p:grpSpPr>
          <a:xfrm flipH="1">
            <a:off x="7141738" y="-1463550"/>
            <a:ext cx="3933823" cy="7834782"/>
            <a:chOff x="-1707550" y="-1463550"/>
            <a:chExt cx="3933823" cy="7834782"/>
          </a:xfrm>
        </p:grpSpPr>
        <p:sp>
          <p:nvSpPr>
            <p:cNvPr id="53" name="Google Shape;53;p5"/>
            <p:cNvSpPr/>
            <p:nvPr/>
          </p:nvSpPr>
          <p:spPr>
            <a:xfrm>
              <a:off x="-362653" y="3055746"/>
              <a:ext cx="2048164" cy="3315486"/>
            </a:xfrm>
            <a:custGeom>
              <a:avLst/>
              <a:gdLst/>
              <a:ahLst/>
              <a:cxnLst/>
              <a:rect l="l" t="t" r="r" b="b"/>
              <a:pathLst>
                <a:path w="43571" h="70531" extrusionOk="0">
                  <a:moveTo>
                    <a:pt x="39327" y="0"/>
                  </a:moveTo>
                  <a:lnTo>
                    <a:pt x="43570" y="16706"/>
                  </a:lnTo>
                  <a:lnTo>
                    <a:pt x="27421" y="70530"/>
                  </a:lnTo>
                  <a:lnTo>
                    <a:pt x="8718" y="59086"/>
                  </a:lnTo>
                  <a:lnTo>
                    <a:pt x="0" y="10274"/>
                  </a:lnTo>
                  <a:lnTo>
                    <a:pt x="27095" y="4186"/>
                  </a:lnTo>
                  <a:close/>
                </a:path>
              </a:pathLst>
            </a:custGeom>
            <a:solidFill>
              <a:srgbClr val="6B919E">
                <a:alpha val="21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5"/>
            <p:cNvSpPr/>
            <p:nvPr/>
          </p:nvSpPr>
          <p:spPr>
            <a:xfrm>
              <a:off x="259219" y="3179415"/>
              <a:ext cx="866583" cy="3191809"/>
            </a:xfrm>
            <a:custGeom>
              <a:avLst/>
              <a:gdLst/>
              <a:ahLst/>
              <a:cxnLst/>
              <a:rect l="l" t="t" r="r" b="b"/>
              <a:pathLst>
                <a:path w="18435" h="67900" extrusionOk="0">
                  <a:moveTo>
                    <a:pt x="18435" y="0"/>
                  </a:moveTo>
                  <a:lnTo>
                    <a:pt x="14191" y="67899"/>
                  </a:lnTo>
                  <a:lnTo>
                    <a:pt x="1" y="21507"/>
                  </a:lnTo>
                  <a:lnTo>
                    <a:pt x="9064" y="2631"/>
                  </a:lnTo>
                  <a:close/>
                </a:path>
              </a:pathLst>
            </a:custGeom>
            <a:solidFill>
              <a:srgbClr val="6B919E">
                <a:alpha val="21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5"/>
            <p:cNvSpPr/>
            <p:nvPr/>
          </p:nvSpPr>
          <p:spPr>
            <a:xfrm>
              <a:off x="-1707550" y="-1463550"/>
              <a:ext cx="3933823" cy="5304937"/>
            </a:xfrm>
            <a:custGeom>
              <a:avLst/>
              <a:gdLst/>
              <a:ahLst/>
              <a:cxnLst/>
              <a:rect l="l" t="t" r="r" b="b"/>
              <a:pathLst>
                <a:path w="83685" h="112853" extrusionOk="0">
                  <a:moveTo>
                    <a:pt x="58280" y="0"/>
                  </a:moveTo>
                  <a:lnTo>
                    <a:pt x="30628" y="4494"/>
                  </a:lnTo>
                  <a:lnTo>
                    <a:pt x="24196" y="21277"/>
                  </a:lnTo>
                  <a:lnTo>
                    <a:pt x="22275" y="57723"/>
                  </a:lnTo>
                  <a:lnTo>
                    <a:pt x="1" y="112852"/>
                  </a:lnTo>
                  <a:lnTo>
                    <a:pt x="55707" y="100332"/>
                  </a:lnTo>
                  <a:lnTo>
                    <a:pt x="67939" y="96146"/>
                  </a:lnTo>
                  <a:lnTo>
                    <a:pt x="76944" y="74390"/>
                  </a:lnTo>
                  <a:lnTo>
                    <a:pt x="79825" y="49715"/>
                  </a:lnTo>
                  <a:lnTo>
                    <a:pt x="83684" y="15113"/>
                  </a:lnTo>
                  <a:lnTo>
                    <a:pt x="5828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5"/>
            <p:cNvSpPr/>
            <p:nvPr/>
          </p:nvSpPr>
          <p:spPr>
            <a:xfrm>
              <a:off x="685269" y="-1463550"/>
              <a:ext cx="1540859" cy="4766937"/>
            </a:xfrm>
            <a:custGeom>
              <a:avLst/>
              <a:gdLst/>
              <a:ahLst/>
              <a:cxnLst/>
              <a:rect l="l" t="t" r="r" b="b"/>
              <a:pathLst>
                <a:path w="32779" h="101408" extrusionOk="0">
                  <a:moveTo>
                    <a:pt x="7374" y="0"/>
                  </a:moveTo>
                  <a:lnTo>
                    <a:pt x="18818" y="24560"/>
                  </a:lnTo>
                  <a:lnTo>
                    <a:pt x="17033" y="34008"/>
                  </a:lnTo>
                  <a:lnTo>
                    <a:pt x="1594" y="48582"/>
                  </a:lnTo>
                  <a:lnTo>
                    <a:pt x="17033" y="38232"/>
                  </a:lnTo>
                  <a:lnTo>
                    <a:pt x="13480" y="47392"/>
                  </a:lnTo>
                  <a:lnTo>
                    <a:pt x="13480" y="57838"/>
                  </a:lnTo>
                  <a:lnTo>
                    <a:pt x="18818" y="71587"/>
                  </a:lnTo>
                  <a:lnTo>
                    <a:pt x="0" y="101408"/>
                  </a:lnTo>
                  <a:lnTo>
                    <a:pt x="4801" y="100332"/>
                  </a:lnTo>
                  <a:lnTo>
                    <a:pt x="17033" y="96146"/>
                  </a:lnTo>
                  <a:lnTo>
                    <a:pt x="26038" y="74390"/>
                  </a:lnTo>
                  <a:lnTo>
                    <a:pt x="28919" y="49715"/>
                  </a:lnTo>
                  <a:lnTo>
                    <a:pt x="32778" y="15113"/>
                  </a:lnTo>
                  <a:lnTo>
                    <a:pt x="737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5"/>
            <p:cNvSpPr/>
            <p:nvPr/>
          </p:nvSpPr>
          <p:spPr>
            <a:xfrm>
              <a:off x="47087" y="1185577"/>
              <a:ext cx="879275" cy="2261155"/>
            </a:xfrm>
            <a:custGeom>
              <a:avLst/>
              <a:gdLst/>
              <a:ahLst/>
              <a:cxnLst/>
              <a:rect l="l" t="t" r="r" b="b"/>
              <a:pathLst>
                <a:path w="18705" h="48102" extrusionOk="0">
                  <a:moveTo>
                    <a:pt x="18704" y="0"/>
                  </a:moveTo>
                  <a:lnTo>
                    <a:pt x="1" y="48102"/>
                  </a:lnTo>
                  <a:lnTo>
                    <a:pt x="13577" y="45049"/>
                  </a:lnTo>
                  <a:lnTo>
                    <a:pt x="10044" y="33988"/>
                  </a:lnTo>
                  <a:lnTo>
                    <a:pt x="1870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5"/>
            <p:cNvSpPr/>
            <p:nvPr/>
          </p:nvSpPr>
          <p:spPr>
            <a:xfrm>
              <a:off x="685269" y="1901315"/>
              <a:ext cx="884634" cy="1401858"/>
            </a:xfrm>
            <a:custGeom>
              <a:avLst/>
              <a:gdLst/>
              <a:ahLst/>
              <a:cxnLst/>
              <a:rect l="l" t="t" r="r" b="b"/>
              <a:pathLst>
                <a:path w="18819" h="29822" extrusionOk="0">
                  <a:moveTo>
                    <a:pt x="18818" y="1"/>
                  </a:moveTo>
                  <a:lnTo>
                    <a:pt x="0" y="29822"/>
                  </a:lnTo>
                  <a:lnTo>
                    <a:pt x="4801" y="28746"/>
                  </a:lnTo>
                  <a:lnTo>
                    <a:pt x="9371" y="27191"/>
                  </a:lnTo>
                  <a:lnTo>
                    <a:pt x="188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5"/>
            <p:cNvSpPr/>
            <p:nvPr/>
          </p:nvSpPr>
          <p:spPr>
            <a:xfrm>
              <a:off x="1318892" y="333527"/>
              <a:ext cx="167018" cy="873822"/>
            </a:xfrm>
            <a:custGeom>
              <a:avLst/>
              <a:gdLst/>
              <a:ahLst/>
              <a:cxnLst/>
              <a:rect l="l" t="t" r="r" b="b"/>
              <a:pathLst>
                <a:path w="3553" h="18589" extrusionOk="0">
                  <a:moveTo>
                    <a:pt x="3553" y="0"/>
                  </a:moveTo>
                  <a:lnTo>
                    <a:pt x="0" y="9160"/>
                  </a:lnTo>
                  <a:lnTo>
                    <a:pt x="0" y="18588"/>
                  </a:lnTo>
                  <a:lnTo>
                    <a:pt x="35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5"/>
          <p:cNvSpPr txBox="1">
            <a:spLocks noGrp="1"/>
          </p:cNvSpPr>
          <p:nvPr>
            <p:ph type="title" idx="4"/>
          </p:nvPr>
        </p:nvSpPr>
        <p:spPr>
          <a:xfrm>
            <a:off x="713225" y="537600"/>
            <a:ext cx="4669200" cy="4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3"/>
          <p:cNvSpPr txBox="1">
            <a:spLocks noGrp="1"/>
          </p:cNvSpPr>
          <p:nvPr>
            <p:ph type="title" hasCustomPrompt="1"/>
          </p:nvPr>
        </p:nvSpPr>
        <p:spPr>
          <a:xfrm>
            <a:off x="853363" y="1322613"/>
            <a:ext cx="521100" cy="28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22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88" name="Google Shape;188;p13"/>
          <p:cNvSpPr txBox="1">
            <a:spLocks noGrp="1"/>
          </p:cNvSpPr>
          <p:nvPr>
            <p:ph type="title" idx="2"/>
          </p:nvPr>
        </p:nvSpPr>
        <p:spPr>
          <a:xfrm>
            <a:off x="853375" y="1697525"/>
            <a:ext cx="2671200" cy="4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24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89" name="Google Shape;189;p13"/>
          <p:cNvSpPr txBox="1">
            <a:spLocks noGrp="1"/>
          </p:cNvSpPr>
          <p:nvPr>
            <p:ph type="subTitle" idx="1"/>
          </p:nvPr>
        </p:nvSpPr>
        <p:spPr>
          <a:xfrm>
            <a:off x="853363" y="2164353"/>
            <a:ext cx="2339700" cy="52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13"/>
          <p:cNvSpPr txBox="1">
            <a:spLocks noGrp="1"/>
          </p:cNvSpPr>
          <p:nvPr>
            <p:ph type="title" idx="3" hasCustomPrompt="1"/>
          </p:nvPr>
        </p:nvSpPr>
        <p:spPr>
          <a:xfrm>
            <a:off x="3902913" y="1322613"/>
            <a:ext cx="521100" cy="28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2200" b="1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91" name="Google Shape;191;p13"/>
          <p:cNvSpPr txBox="1">
            <a:spLocks noGrp="1"/>
          </p:cNvSpPr>
          <p:nvPr>
            <p:ph type="title" idx="4"/>
          </p:nvPr>
        </p:nvSpPr>
        <p:spPr>
          <a:xfrm>
            <a:off x="3902925" y="1697525"/>
            <a:ext cx="2671200" cy="4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2400" b="1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92" name="Google Shape;192;p13"/>
          <p:cNvSpPr txBox="1">
            <a:spLocks noGrp="1"/>
          </p:cNvSpPr>
          <p:nvPr>
            <p:ph type="subTitle" idx="5"/>
          </p:nvPr>
        </p:nvSpPr>
        <p:spPr>
          <a:xfrm>
            <a:off x="3902913" y="2164353"/>
            <a:ext cx="2339700" cy="52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13"/>
          <p:cNvSpPr txBox="1">
            <a:spLocks noGrp="1"/>
          </p:cNvSpPr>
          <p:nvPr>
            <p:ph type="title" idx="6" hasCustomPrompt="1"/>
          </p:nvPr>
        </p:nvSpPr>
        <p:spPr>
          <a:xfrm>
            <a:off x="853363" y="3011938"/>
            <a:ext cx="521100" cy="28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2200" b="1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94" name="Google Shape;194;p13"/>
          <p:cNvSpPr txBox="1">
            <a:spLocks noGrp="1"/>
          </p:cNvSpPr>
          <p:nvPr>
            <p:ph type="title" idx="7"/>
          </p:nvPr>
        </p:nvSpPr>
        <p:spPr>
          <a:xfrm>
            <a:off x="853375" y="3386850"/>
            <a:ext cx="2671200" cy="4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2400" b="1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95" name="Google Shape;195;p13"/>
          <p:cNvSpPr txBox="1">
            <a:spLocks noGrp="1"/>
          </p:cNvSpPr>
          <p:nvPr>
            <p:ph type="subTitle" idx="8"/>
          </p:nvPr>
        </p:nvSpPr>
        <p:spPr>
          <a:xfrm>
            <a:off x="853363" y="3853678"/>
            <a:ext cx="2339700" cy="52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13"/>
          <p:cNvSpPr txBox="1">
            <a:spLocks noGrp="1"/>
          </p:cNvSpPr>
          <p:nvPr>
            <p:ph type="title" idx="9" hasCustomPrompt="1"/>
          </p:nvPr>
        </p:nvSpPr>
        <p:spPr>
          <a:xfrm>
            <a:off x="3902913" y="3011938"/>
            <a:ext cx="521100" cy="28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22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97" name="Google Shape;197;p13"/>
          <p:cNvSpPr txBox="1">
            <a:spLocks noGrp="1"/>
          </p:cNvSpPr>
          <p:nvPr>
            <p:ph type="title" idx="13"/>
          </p:nvPr>
        </p:nvSpPr>
        <p:spPr>
          <a:xfrm>
            <a:off x="3902925" y="3386850"/>
            <a:ext cx="2671200" cy="4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2400" b="1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98" name="Google Shape;198;p13"/>
          <p:cNvSpPr txBox="1">
            <a:spLocks noGrp="1"/>
          </p:cNvSpPr>
          <p:nvPr>
            <p:ph type="subTitle" idx="14"/>
          </p:nvPr>
        </p:nvSpPr>
        <p:spPr>
          <a:xfrm>
            <a:off x="3902913" y="3853678"/>
            <a:ext cx="2339700" cy="52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13"/>
          <p:cNvSpPr/>
          <p:nvPr/>
        </p:nvSpPr>
        <p:spPr>
          <a:xfrm>
            <a:off x="-2" y="271525"/>
            <a:ext cx="1995783" cy="175083"/>
          </a:xfrm>
          <a:custGeom>
            <a:avLst/>
            <a:gdLst/>
            <a:ahLst/>
            <a:cxnLst/>
            <a:rect l="l" t="t" r="r" b="b"/>
            <a:pathLst>
              <a:path w="45049" h="3952" extrusionOk="0">
                <a:moveTo>
                  <a:pt x="0" y="1"/>
                </a:moveTo>
                <a:lnTo>
                  <a:pt x="0" y="3952"/>
                </a:lnTo>
                <a:cubicBezTo>
                  <a:pt x="1610" y="3513"/>
                  <a:pt x="3220" y="3196"/>
                  <a:pt x="4854" y="3025"/>
                </a:cubicBezTo>
                <a:cubicBezTo>
                  <a:pt x="6659" y="2830"/>
                  <a:pt x="8482" y="2787"/>
                  <a:pt x="10308" y="2787"/>
                </a:cubicBezTo>
                <a:cubicBezTo>
                  <a:pt x="11728" y="2787"/>
                  <a:pt x="13151" y="2813"/>
                  <a:pt x="14567" y="2813"/>
                </a:cubicBezTo>
                <a:cubicBezTo>
                  <a:pt x="14972" y="2813"/>
                  <a:pt x="15377" y="2811"/>
                  <a:pt x="15780" y="2806"/>
                </a:cubicBezTo>
                <a:cubicBezTo>
                  <a:pt x="25609" y="2659"/>
                  <a:pt x="35268" y="586"/>
                  <a:pt x="45048" y="50"/>
                </a:cubicBezTo>
                <a:lnTo>
                  <a:pt x="45048" y="50"/>
                </a:lnTo>
                <a:cubicBezTo>
                  <a:pt x="41999" y="123"/>
                  <a:pt x="38926" y="172"/>
                  <a:pt x="35853" y="245"/>
                </a:cubicBezTo>
                <a:cubicBezTo>
                  <a:pt x="28195" y="391"/>
                  <a:pt x="20561" y="513"/>
                  <a:pt x="12902" y="635"/>
                </a:cubicBezTo>
                <a:cubicBezTo>
                  <a:pt x="11554" y="654"/>
                  <a:pt x="10201" y="673"/>
                  <a:pt x="8849" y="673"/>
                </a:cubicBezTo>
                <a:cubicBezTo>
                  <a:pt x="6754" y="673"/>
                  <a:pt x="4661" y="627"/>
                  <a:pt x="2586" y="464"/>
                </a:cubicBezTo>
                <a:cubicBezTo>
                  <a:pt x="1708" y="391"/>
                  <a:pt x="854" y="245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3"/>
          <p:cNvSpPr/>
          <p:nvPr/>
        </p:nvSpPr>
        <p:spPr>
          <a:xfrm flipH="1">
            <a:off x="4781533" y="4222101"/>
            <a:ext cx="3005017" cy="921390"/>
          </a:xfrm>
          <a:custGeom>
            <a:avLst/>
            <a:gdLst/>
            <a:ahLst/>
            <a:cxnLst/>
            <a:rect l="l" t="t" r="r" b="b"/>
            <a:pathLst>
              <a:path w="52439" h="16078" extrusionOk="0">
                <a:moveTo>
                  <a:pt x="9459" y="1"/>
                </a:moveTo>
                <a:cubicBezTo>
                  <a:pt x="6308" y="1"/>
                  <a:pt x="3158" y="68"/>
                  <a:pt x="0" y="200"/>
                </a:cubicBezTo>
                <a:lnTo>
                  <a:pt x="0" y="16078"/>
                </a:lnTo>
                <a:lnTo>
                  <a:pt x="2342" y="15736"/>
                </a:lnTo>
                <a:cubicBezTo>
                  <a:pt x="2951" y="15639"/>
                  <a:pt x="3634" y="15517"/>
                  <a:pt x="4000" y="15127"/>
                </a:cubicBezTo>
                <a:cubicBezTo>
                  <a:pt x="4439" y="14639"/>
                  <a:pt x="4244" y="13956"/>
                  <a:pt x="4537" y="13419"/>
                </a:cubicBezTo>
                <a:cubicBezTo>
                  <a:pt x="4961" y="12624"/>
                  <a:pt x="6114" y="12431"/>
                  <a:pt x="7292" y="12431"/>
                </a:cubicBezTo>
                <a:cubicBezTo>
                  <a:pt x="7741" y="12431"/>
                  <a:pt x="8193" y="12459"/>
                  <a:pt x="8610" y="12492"/>
                </a:cubicBezTo>
                <a:cubicBezTo>
                  <a:pt x="9150" y="12528"/>
                  <a:pt x="9691" y="12546"/>
                  <a:pt x="10231" y="12546"/>
                </a:cubicBezTo>
                <a:cubicBezTo>
                  <a:pt x="13350" y="12546"/>
                  <a:pt x="16452" y="11949"/>
                  <a:pt x="19341" y="10785"/>
                </a:cubicBezTo>
                <a:cubicBezTo>
                  <a:pt x="14219" y="10566"/>
                  <a:pt x="9146" y="9956"/>
                  <a:pt x="4122" y="8956"/>
                </a:cubicBezTo>
                <a:lnTo>
                  <a:pt x="6024" y="8249"/>
                </a:lnTo>
                <a:cubicBezTo>
                  <a:pt x="6024" y="7005"/>
                  <a:pt x="7293" y="5932"/>
                  <a:pt x="8781" y="5493"/>
                </a:cubicBezTo>
                <a:cubicBezTo>
                  <a:pt x="10127" y="5073"/>
                  <a:pt x="11612" y="5053"/>
                  <a:pt x="13057" y="5053"/>
                </a:cubicBezTo>
                <a:cubicBezTo>
                  <a:pt x="13210" y="5053"/>
                  <a:pt x="13361" y="5054"/>
                  <a:pt x="13512" y="5054"/>
                </a:cubicBezTo>
                <a:cubicBezTo>
                  <a:pt x="13989" y="5056"/>
                  <a:pt x="14465" y="5058"/>
                  <a:pt x="14942" y="5058"/>
                </a:cubicBezTo>
                <a:cubicBezTo>
                  <a:pt x="27489" y="5058"/>
                  <a:pt x="40032" y="4129"/>
                  <a:pt x="52438" y="2273"/>
                </a:cubicBezTo>
                <a:lnTo>
                  <a:pt x="52438" y="2273"/>
                </a:lnTo>
                <a:lnTo>
                  <a:pt x="33878" y="2395"/>
                </a:lnTo>
                <a:lnTo>
                  <a:pt x="27122" y="2444"/>
                </a:lnTo>
                <a:cubicBezTo>
                  <a:pt x="24756" y="2468"/>
                  <a:pt x="22366" y="2468"/>
                  <a:pt x="19975" y="2468"/>
                </a:cubicBezTo>
                <a:cubicBezTo>
                  <a:pt x="14171" y="2468"/>
                  <a:pt x="8342" y="2371"/>
                  <a:pt x="2537" y="2200"/>
                </a:cubicBezTo>
                <a:cubicBezTo>
                  <a:pt x="7333" y="857"/>
                  <a:pt x="12295" y="151"/>
                  <a:pt x="17283" y="151"/>
                </a:cubicBezTo>
                <a:cubicBezTo>
                  <a:pt x="17367" y="151"/>
                  <a:pt x="17452" y="151"/>
                  <a:pt x="17536" y="151"/>
                </a:cubicBezTo>
                <a:cubicBezTo>
                  <a:pt x="14840" y="50"/>
                  <a:pt x="12149" y="1"/>
                  <a:pt x="945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1" name="Google Shape;201;p13"/>
          <p:cNvGrpSpPr/>
          <p:nvPr/>
        </p:nvGrpSpPr>
        <p:grpSpPr>
          <a:xfrm>
            <a:off x="6876900" y="711475"/>
            <a:ext cx="4031600" cy="4461600"/>
            <a:chOff x="7102550" y="711475"/>
            <a:chExt cx="4031600" cy="4461600"/>
          </a:xfrm>
        </p:grpSpPr>
        <p:sp>
          <p:nvSpPr>
            <p:cNvPr id="202" name="Google Shape;202;p13"/>
            <p:cNvSpPr/>
            <p:nvPr/>
          </p:nvSpPr>
          <p:spPr>
            <a:xfrm>
              <a:off x="9055150" y="711475"/>
              <a:ext cx="103200" cy="410125"/>
            </a:xfrm>
            <a:custGeom>
              <a:avLst/>
              <a:gdLst/>
              <a:ahLst/>
              <a:cxnLst/>
              <a:rect l="l" t="t" r="r" b="b"/>
              <a:pathLst>
                <a:path w="4128" h="16405" extrusionOk="0">
                  <a:moveTo>
                    <a:pt x="2064" y="0"/>
                  </a:moveTo>
                  <a:cubicBezTo>
                    <a:pt x="929" y="0"/>
                    <a:pt x="0" y="929"/>
                    <a:pt x="0" y="2064"/>
                  </a:cubicBezTo>
                  <a:lnTo>
                    <a:pt x="0" y="14445"/>
                  </a:lnTo>
                  <a:cubicBezTo>
                    <a:pt x="0" y="15476"/>
                    <a:pt x="929" y="16405"/>
                    <a:pt x="2064" y="16405"/>
                  </a:cubicBezTo>
                  <a:cubicBezTo>
                    <a:pt x="3198" y="16405"/>
                    <a:pt x="4127" y="15476"/>
                    <a:pt x="4127" y="14445"/>
                  </a:cubicBezTo>
                  <a:lnTo>
                    <a:pt x="4127" y="2064"/>
                  </a:lnTo>
                  <a:cubicBezTo>
                    <a:pt x="4127" y="929"/>
                    <a:pt x="3198" y="0"/>
                    <a:pt x="20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3"/>
            <p:cNvSpPr/>
            <p:nvPr/>
          </p:nvSpPr>
          <p:spPr>
            <a:xfrm>
              <a:off x="8172975" y="1033450"/>
              <a:ext cx="1973275" cy="265700"/>
            </a:xfrm>
            <a:custGeom>
              <a:avLst/>
              <a:gdLst/>
              <a:ahLst/>
              <a:cxnLst/>
              <a:rect l="l" t="t" r="r" b="b"/>
              <a:pathLst>
                <a:path w="78931" h="10628" extrusionOk="0">
                  <a:moveTo>
                    <a:pt x="9390" y="0"/>
                  </a:moveTo>
                  <a:cubicBezTo>
                    <a:pt x="5676" y="2477"/>
                    <a:pt x="2477" y="5675"/>
                    <a:pt x="1" y="9493"/>
                  </a:cubicBezTo>
                  <a:lnTo>
                    <a:pt x="10628" y="9596"/>
                  </a:lnTo>
                  <a:lnTo>
                    <a:pt x="10628" y="10628"/>
                  </a:lnTo>
                  <a:lnTo>
                    <a:pt x="39414" y="10112"/>
                  </a:lnTo>
                  <a:lnTo>
                    <a:pt x="68200" y="10628"/>
                  </a:lnTo>
                  <a:lnTo>
                    <a:pt x="68200" y="9596"/>
                  </a:lnTo>
                  <a:lnTo>
                    <a:pt x="78930" y="9493"/>
                  </a:lnTo>
                  <a:cubicBezTo>
                    <a:pt x="76454" y="5675"/>
                    <a:pt x="73152" y="2477"/>
                    <a:pt x="694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3"/>
            <p:cNvSpPr/>
            <p:nvPr/>
          </p:nvSpPr>
          <p:spPr>
            <a:xfrm>
              <a:off x="7437850" y="1241076"/>
              <a:ext cx="1808175" cy="808320"/>
            </a:xfrm>
            <a:custGeom>
              <a:avLst/>
              <a:gdLst/>
              <a:ahLst/>
              <a:cxnLst/>
              <a:rect l="l" t="t" r="r" b="b"/>
              <a:pathLst>
                <a:path w="72327" h="25485" extrusionOk="0">
                  <a:moveTo>
                    <a:pt x="11453" y="0"/>
                  </a:moveTo>
                  <a:lnTo>
                    <a:pt x="1" y="23008"/>
                  </a:lnTo>
                  <a:lnTo>
                    <a:pt x="72327" y="25485"/>
                  </a:lnTo>
                  <a:lnTo>
                    <a:pt x="72327" y="18159"/>
                  </a:lnTo>
                  <a:lnTo>
                    <a:pt x="72327" y="13207"/>
                  </a:lnTo>
                  <a:lnTo>
                    <a:pt x="7232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3"/>
            <p:cNvSpPr/>
            <p:nvPr/>
          </p:nvSpPr>
          <p:spPr>
            <a:xfrm>
              <a:off x="9039650" y="1241076"/>
              <a:ext cx="1810775" cy="808320"/>
            </a:xfrm>
            <a:custGeom>
              <a:avLst/>
              <a:gdLst/>
              <a:ahLst/>
              <a:cxnLst/>
              <a:rect l="l" t="t" r="r" b="b"/>
              <a:pathLst>
                <a:path w="72431" h="25485" extrusionOk="0">
                  <a:moveTo>
                    <a:pt x="3303" y="0"/>
                  </a:moveTo>
                  <a:lnTo>
                    <a:pt x="3303" y="13207"/>
                  </a:lnTo>
                  <a:lnTo>
                    <a:pt x="3303" y="21151"/>
                  </a:lnTo>
                  <a:lnTo>
                    <a:pt x="1" y="25485"/>
                  </a:lnTo>
                  <a:lnTo>
                    <a:pt x="72430" y="23008"/>
                  </a:lnTo>
                  <a:lnTo>
                    <a:pt x="6087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3"/>
            <p:cNvSpPr/>
            <p:nvPr/>
          </p:nvSpPr>
          <p:spPr>
            <a:xfrm>
              <a:off x="7894400" y="1668963"/>
              <a:ext cx="2530425" cy="214125"/>
            </a:xfrm>
            <a:custGeom>
              <a:avLst/>
              <a:gdLst/>
              <a:ahLst/>
              <a:cxnLst/>
              <a:rect l="l" t="t" r="r" b="b"/>
              <a:pathLst>
                <a:path w="101217" h="8565" extrusionOk="0">
                  <a:moveTo>
                    <a:pt x="1" y="1"/>
                  </a:moveTo>
                  <a:lnTo>
                    <a:pt x="1" y="8564"/>
                  </a:lnTo>
                  <a:lnTo>
                    <a:pt x="101216" y="8564"/>
                  </a:lnTo>
                  <a:lnTo>
                    <a:pt x="1012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3"/>
            <p:cNvSpPr/>
            <p:nvPr/>
          </p:nvSpPr>
          <p:spPr>
            <a:xfrm>
              <a:off x="7894400" y="1461375"/>
              <a:ext cx="2530425" cy="154775"/>
            </a:xfrm>
            <a:custGeom>
              <a:avLst/>
              <a:gdLst/>
              <a:ahLst/>
              <a:cxnLst/>
              <a:rect l="l" t="t" r="r" b="b"/>
              <a:pathLst>
                <a:path w="101217" h="6191" extrusionOk="0">
                  <a:moveTo>
                    <a:pt x="1" y="0"/>
                  </a:moveTo>
                  <a:lnTo>
                    <a:pt x="1" y="6191"/>
                  </a:lnTo>
                  <a:lnTo>
                    <a:pt x="101216" y="6191"/>
                  </a:lnTo>
                  <a:lnTo>
                    <a:pt x="1012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3"/>
            <p:cNvSpPr/>
            <p:nvPr/>
          </p:nvSpPr>
          <p:spPr>
            <a:xfrm>
              <a:off x="7363050" y="1935900"/>
              <a:ext cx="3562175" cy="582975"/>
            </a:xfrm>
            <a:custGeom>
              <a:avLst/>
              <a:gdLst/>
              <a:ahLst/>
              <a:cxnLst/>
              <a:rect l="l" t="t" r="r" b="b"/>
              <a:pathLst>
                <a:path w="142487" h="23319" extrusionOk="0">
                  <a:moveTo>
                    <a:pt x="1" y="1"/>
                  </a:moveTo>
                  <a:lnTo>
                    <a:pt x="1" y="23319"/>
                  </a:lnTo>
                  <a:lnTo>
                    <a:pt x="142486" y="23319"/>
                  </a:lnTo>
                  <a:lnTo>
                    <a:pt x="1424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13"/>
            <p:cNvSpPr/>
            <p:nvPr/>
          </p:nvSpPr>
          <p:spPr>
            <a:xfrm>
              <a:off x="7102550" y="1389075"/>
              <a:ext cx="2014525" cy="3784000"/>
            </a:xfrm>
            <a:custGeom>
              <a:avLst/>
              <a:gdLst/>
              <a:ahLst/>
              <a:cxnLst/>
              <a:rect l="l" t="t" r="r" b="b"/>
              <a:pathLst>
                <a:path w="80581" h="151360" extrusionOk="0">
                  <a:moveTo>
                    <a:pt x="80580" y="1"/>
                  </a:moveTo>
                  <a:cubicBezTo>
                    <a:pt x="41167" y="9080"/>
                    <a:pt x="0" y="50144"/>
                    <a:pt x="0" y="50144"/>
                  </a:cubicBezTo>
                  <a:cubicBezTo>
                    <a:pt x="15683" y="80581"/>
                    <a:pt x="34564" y="150534"/>
                    <a:pt x="34564" y="150534"/>
                  </a:cubicBezTo>
                  <a:lnTo>
                    <a:pt x="36215" y="151360"/>
                  </a:lnTo>
                  <a:lnTo>
                    <a:pt x="80580" y="151360"/>
                  </a:lnTo>
                  <a:lnTo>
                    <a:pt x="80580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13"/>
            <p:cNvSpPr/>
            <p:nvPr/>
          </p:nvSpPr>
          <p:spPr>
            <a:xfrm>
              <a:off x="9117050" y="1389075"/>
              <a:ext cx="2017100" cy="3784000"/>
            </a:xfrm>
            <a:custGeom>
              <a:avLst/>
              <a:gdLst/>
              <a:ahLst/>
              <a:cxnLst/>
              <a:rect l="l" t="t" r="r" b="b"/>
              <a:pathLst>
                <a:path w="80684" h="151360" extrusionOk="0">
                  <a:moveTo>
                    <a:pt x="0" y="1"/>
                  </a:moveTo>
                  <a:lnTo>
                    <a:pt x="0" y="151360"/>
                  </a:lnTo>
                  <a:lnTo>
                    <a:pt x="44469" y="151360"/>
                  </a:lnTo>
                  <a:lnTo>
                    <a:pt x="46120" y="150534"/>
                  </a:lnTo>
                  <a:cubicBezTo>
                    <a:pt x="46120" y="150534"/>
                    <a:pt x="65001" y="80581"/>
                    <a:pt x="80684" y="50144"/>
                  </a:cubicBezTo>
                  <a:cubicBezTo>
                    <a:pt x="80684" y="50144"/>
                    <a:pt x="39517" y="9080"/>
                    <a:pt x="0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13"/>
            <p:cNvSpPr/>
            <p:nvPr/>
          </p:nvSpPr>
          <p:spPr>
            <a:xfrm>
              <a:off x="9126963" y="1941075"/>
              <a:ext cx="1836550" cy="1238125"/>
            </a:xfrm>
            <a:custGeom>
              <a:avLst/>
              <a:gdLst/>
              <a:ahLst/>
              <a:cxnLst/>
              <a:rect l="l" t="t" r="r" b="b"/>
              <a:pathLst>
                <a:path w="73462" h="49525" extrusionOk="0">
                  <a:moveTo>
                    <a:pt x="1" y="0"/>
                  </a:moveTo>
                  <a:lnTo>
                    <a:pt x="1" y="4643"/>
                  </a:lnTo>
                  <a:cubicBezTo>
                    <a:pt x="1" y="4643"/>
                    <a:pt x="43437" y="14548"/>
                    <a:pt x="71811" y="49525"/>
                  </a:cubicBezTo>
                  <a:lnTo>
                    <a:pt x="73462" y="44572"/>
                  </a:lnTo>
                  <a:cubicBezTo>
                    <a:pt x="73462" y="44572"/>
                    <a:pt x="38898" y="681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13"/>
            <p:cNvSpPr/>
            <p:nvPr/>
          </p:nvSpPr>
          <p:spPr>
            <a:xfrm>
              <a:off x="7288250" y="1940480"/>
              <a:ext cx="1833975" cy="1238125"/>
            </a:xfrm>
            <a:custGeom>
              <a:avLst/>
              <a:gdLst/>
              <a:ahLst/>
              <a:cxnLst/>
              <a:rect l="l" t="t" r="r" b="b"/>
              <a:pathLst>
                <a:path w="73359" h="49525" extrusionOk="0">
                  <a:moveTo>
                    <a:pt x="73359" y="0"/>
                  </a:moveTo>
                  <a:cubicBezTo>
                    <a:pt x="34565" y="6810"/>
                    <a:pt x="1" y="44572"/>
                    <a:pt x="1" y="44572"/>
                  </a:cubicBezTo>
                  <a:lnTo>
                    <a:pt x="1651" y="49525"/>
                  </a:lnTo>
                  <a:cubicBezTo>
                    <a:pt x="30025" y="14548"/>
                    <a:pt x="73359" y="4643"/>
                    <a:pt x="73359" y="4643"/>
                  </a:cubicBezTo>
                  <a:lnTo>
                    <a:pt x="73359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3" name="Google Shape;213;p13"/>
          <p:cNvSpPr txBox="1">
            <a:spLocks noGrp="1"/>
          </p:cNvSpPr>
          <p:nvPr>
            <p:ph type="title" idx="15"/>
          </p:nvPr>
        </p:nvSpPr>
        <p:spPr>
          <a:xfrm>
            <a:off x="713225" y="537600"/>
            <a:ext cx="4669200" cy="4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" name="Google Shape;215;p14"/>
          <p:cNvGrpSpPr/>
          <p:nvPr/>
        </p:nvGrpSpPr>
        <p:grpSpPr>
          <a:xfrm flipH="1">
            <a:off x="3172591" y="-491028"/>
            <a:ext cx="4295868" cy="4312634"/>
            <a:chOff x="870143" y="-491028"/>
            <a:chExt cx="4295868" cy="4312634"/>
          </a:xfrm>
        </p:grpSpPr>
        <p:sp>
          <p:nvSpPr>
            <p:cNvPr id="216" name="Google Shape;216;p14"/>
            <p:cNvSpPr/>
            <p:nvPr/>
          </p:nvSpPr>
          <p:spPr>
            <a:xfrm>
              <a:off x="870143" y="-491028"/>
              <a:ext cx="3985876" cy="1692025"/>
            </a:xfrm>
            <a:custGeom>
              <a:avLst/>
              <a:gdLst/>
              <a:ahLst/>
              <a:cxnLst/>
              <a:rect l="l" t="t" r="r" b="b"/>
              <a:pathLst>
                <a:path w="102941" h="43699" extrusionOk="0">
                  <a:moveTo>
                    <a:pt x="34358" y="0"/>
                  </a:moveTo>
                  <a:lnTo>
                    <a:pt x="26453" y="6538"/>
                  </a:lnTo>
                  <a:lnTo>
                    <a:pt x="21416" y="13944"/>
                  </a:lnTo>
                  <a:lnTo>
                    <a:pt x="11542" y="20281"/>
                  </a:lnTo>
                  <a:lnTo>
                    <a:pt x="8673" y="25352"/>
                  </a:lnTo>
                  <a:lnTo>
                    <a:pt x="2202" y="27453"/>
                  </a:lnTo>
                  <a:lnTo>
                    <a:pt x="1" y="29555"/>
                  </a:lnTo>
                  <a:lnTo>
                    <a:pt x="52505" y="43698"/>
                  </a:lnTo>
                  <a:lnTo>
                    <a:pt x="102941" y="32557"/>
                  </a:lnTo>
                  <a:lnTo>
                    <a:pt x="97737" y="26619"/>
                  </a:lnTo>
                  <a:lnTo>
                    <a:pt x="91099" y="26386"/>
                  </a:lnTo>
                  <a:lnTo>
                    <a:pt x="80858" y="21315"/>
                  </a:lnTo>
                  <a:lnTo>
                    <a:pt x="75121" y="24484"/>
                  </a:lnTo>
                  <a:lnTo>
                    <a:pt x="68816" y="18580"/>
                  </a:lnTo>
                  <a:lnTo>
                    <a:pt x="59677" y="13743"/>
                  </a:lnTo>
                  <a:lnTo>
                    <a:pt x="54273" y="17746"/>
                  </a:lnTo>
                  <a:lnTo>
                    <a:pt x="46934" y="15611"/>
                  </a:lnTo>
                  <a:lnTo>
                    <a:pt x="41530" y="4003"/>
                  </a:lnTo>
                  <a:lnTo>
                    <a:pt x="3435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14"/>
            <p:cNvSpPr/>
            <p:nvPr/>
          </p:nvSpPr>
          <p:spPr>
            <a:xfrm>
              <a:off x="1032883" y="676574"/>
              <a:ext cx="3823135" cy="842160"/>
            </a:xfrm>
            <a:custGeom>
              <a:avLst/>
              <a:gdLst/>
              <a:ahLst/>
              <a:cxnLst/>
              <a:rect l="l" t="t" r="r" b="b"/>
              <a:pathLst>
                <a:path w="98738" h="21750" extrusionOk="0">
                  <a:moveTo>
                    <a:pt x="5938" y="0"/>
                  </a:moveTo>
                  <a:lnTo>
                    <a:pt x="4971" y="100"/>
                  </a:lnTo>
                  <a:lnTo>
                    <a:pt x="1602" y="100"/>
                  </a:lnTo>
                  <a:lnTo>
                    <a:pt x="768" y="33"/>
                  </a:lnTo>
                  <a:lnTo>
                    <a:pt x="1" y="2268"/>
                  </a:lnTo>
                  <a:lnTo>
                    <a:pt x="768" y="21749"/>
                  </a:lnTo>
                  <a:lnTo>
                    <a:pt x="78623" y="21749"/>
                  </a:lnTo>
                  <a:lnTo>
                    <a:pt x="97003" y="6872"/>
                  </a:lnTo>
                  <a:lnTo>
                    <a:pt x="98738" y="2402"/>
                  </a:lnTo>
                  <a:lnTo>
                    <a:pt x="93634" y="2135"/>
                  </a:lnTo>
                  <a:lnTo>
                    <a:pt x="90332" y="67"/>
                  </a:lnTo>
                  <a:lnTo>
                    <a:pt x="80024" y="767"/>
                  </a:lnTo>
                  <a:lnTo>
                    <a:pt x="80024" y="2402"/>
                  </a:lnTo>
                  <a:lnTo>
                    <a:pt x="76022" y="3636"/>
                  </a:lnTo>
                  <a:lnTo>
                    <a:pt x="67182" y="1201"/>
                  </a:lnTo>
                  <a:lnTo>
                    <a:pt x="62745" y="3236"/>
                  </a:lnTo>
                  <a:lnTo>
                    <a:pt x="54706" y="1835"/>
                  </a:lnTo>
                  <a:lnTo>
                    <a:pt x="49503" y="3836"/>
                  </a:lnTo>
                  <a:lnTo>
                    <a:pt x="44099" y="1601"/>
                  </a:lnTo>
                  <a:lnTo>
                    <a:pt x="27654" y="3069"/>
                  </a:lnTo>
                  <a:lnTo>
                    <a:pt x="26219" y="2936"/>
                  </a:lnTo>
                  <a:lnTo>
                    <a:pt x="19615" y="3069"/>
                  </a:lnTo>
                  <a:lnTo>
                    <a:pt x="17613" y="767"/>
                  </a:lnTo>
                  <a:lnTo>
                    <a:pt x="59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4"/>
            <p:cNvSpPr/>
            <p:nvPr/>
          </p:nvSpPr>
          <p:spPr>
            <a:xfrm>
              <a:off x="870143" y="653303"/>
              <a:ext cx="3987192" cy="3168303"/>
            </a:xfrm>
            <a:custGeom>
              <a:avLst/>
              <a:gdLst/>
              <a:ahLst/>
              <a:cxnLst/>
              <a:rect l="l" t="t" r="r" b="b"/>
              <a:pathLst>
                <a:path w="102975" h="81826" extrusionOk="0">
                  <a:moveTo>
                    <a:pt x="97837" y="2736"/>
                  </a:moveTo>
                  <a:lnTo>
                    <a:pt x="94535" y="668"/>
                  </a:lnTo>
                  <a:lnTo>
                    <a:pt x="85528" y="1268"/>
                  </a:lnTo>
                  <a:lnTo>
                    <a:pt x="85295" y="7473"/>
                  </a:lnTo>
                  <a:lnTo>
                    <a:pt x="85061" y="15645"/>
                  </a:lnTo>
                  <a:lnTo>
                    <a:pt x="84227" y="3003"/>
                  </a:lnTo>
                  <a:lnTo>
                    <a:pt x="81592" y="3837"/>
                  </a:lnTo>
                  <a:cubicBezTo>
                    <a:pt x="81592" y="3837"/>
                    <a:pt x="82159" y="6839"/>
                    <a:pt x="82159" y="7139"/>
                  </a:cubicBezTo>
                  <a:cubicBezTo>
                    <a:pt x="82159" y="7206"/>
                    <a:pt x="81325" y="12977"/>
                    <a:pt x="81225" y="13177"/>
                  </a:cubicBezTo>
                  <a:lnTo>
                    <a:pt x="78757" y="7506"/>
                  </a:lnTo>
                  <a:lnTo>
                    <a:pt x="80258" y="4270"/>
                  </a:lnTo>
                  <a:lnTo>
                    <a:pt x="71418" y="1835"/>
                  </a:lnTo>
                  <a:lnTo>
                    <a:pt x="66982" y="3870"/>
                  </a:lnTo>
                  <a:lnTo>
                    <a:pt x="59576" y="2569"/>
                  </a:lnTo>
                  <a:lnTo>
                    <a:pt x="59943" y="7473"/>
                  </a:lnTo>
                  <a:lnTo>
                    <a:pt x="61078" y="16579"/>
                  </a:lnTo>
                  <a:lnTo>
                    <a:pt x="58309" y="2669"/>
                  </a:lnTo>
                  <a:lnTo>
                    <a:pt x="53739" y="4437"/>
                  </a:lnTo>
                  <a:cubicBezTo>
                    <a:pt x="53739" y="4437"/>
                    <a:pt x="55874" y="13377"/>
                    <a:pt x="56274" y="15078"/>
                  </a:cubicBezTo>
                  <a:lnTo>
                    <a:pt x="53739" y="14778"/>
                  </a:lnTo>
                  <a:lnTo>
                    <a:pt x="50737" y="19415"/>
                  </a:lnTo>
                  <a:lnTo>
                    <a:pt x="52405" y="7473"/>
                  </a:lnTo>
                  <a:lnTo>
                    <a:pt x="53706" y="4404"/>
                  </a:lnTo>
                  <a:lnTo>
                    <a:pt x="48302" y="2169"/>
                  </a:lnTo>
                  <a:lnTo>
                    <a:pt x="31857" y="3637"/>
                  </a:lnTo>
                  <a:lnTo>
                    <a:pt x="32390" y="7473"/>
                  </a:lnTo>
                  <a:lnTo>
                    <a:pt x="34125" y="21716"/>
                  </a:lnTo>
                  <a:lnTo>
                    <a:pt x="30422" y="3570"/>
                  </a:lnTo>
                  <a:lnTo>
                    <a:pt x="23818" y="3670"/>
                  </a:lnTo>
                  <a:lnTo>
                    <a:pt x="21516" y="18381"/>
                  </a:lnTo>
                  <a:lnTo>
                    <a:pt x="21116" y="7506"/>
                  </a:lnTo>
                  <a:lnTo>
                    <a:pt x="21816" y="1335"/>
                  </a:lnTo>
                  <a:lnTo>
                    <a:pt x="10141" y="601"/>
                  </a:lnTo>
                  <a:lnTo>
                    <a:pt x="9441" y="6572"/>
                  </a:lnTo>
                  <a:lnTo>
                    <a:pt x="14111" y="12276"/>
                  </a:lnTo>
                  <a:lnTo>
                    <a:pt x="9107" y="7506"/>
                  </a:lnTo>
                  <a:lnTo>
                    <a:pt x="8740" y="7039"/>
                  </a:lnTo>
                  <a:lnTo>
                    <a:pt x="9140" y="701"/>
                  </a:lnTo>
                  <a:lnTo>
                    <a:pt x="5805" y="701"/>
                  </a:lnTo>
                  <a:lnTo>
                    <a:pt x="6505" y="6038"/>
                  </a:lnTo>
                  <a:lnTo>
                    <a:pt x="4971" y="634"/>
                  </a:lnTo>
                  <a:lnTo>
                    <a:pt x="1" y="1"/>
                  </a:lnTo>
                  <a:lnTo>
                    <a:pt x="3103" y="5671"/>
                  </a:lnTo>
                  <a:lnTo>
                    <a:pt x="1402" y="7506"/>
                  </a:lnTo>
                  <a:lnTo>
                    <a:pt x="1402" y="19415"/>
                  </a:lnTo>
                  <a:lnTo>
                    <a:pt x="7239" y="25185"/>
                  </a:lnTo>
                  <a:lnTo>
                    <a:pt x="7873" y="31523"/>
                  </a:lnTo>
                  <a:lnTo>
                    <a:pt x="21816" y="52405"/>
                  </a:lnTo>
                  <a:lnTo>
                    <a:pt x="27921" y="54306"/>
                  </a:lnTo>
                  <a:lnTo>
                    <a:pt x="29121" y="56808"/>
                  </a:lnTo>
                  <a:lnTo>
                    <a:pt x="31990" y="62879"/>
                  </a:lnTo>
                  <a:lnTo>
                    <a:pt x="39295" y="65347"/>
                  </a:lnTo>
                  <a:lnTo>
                    <a:pt x="48735" y="75421"/>
                  </a:lnTo>
                  <a:cubicBezTo>
                    <a:pt x="48735" y="75421"/>
                    <a:pt x="52071" y="81826"/>
                    <a:pt x="53539" y="80925"/>
                  </a:cubicBezTo>
                  <a:cubicBezTo>
                    <a:pt x="55007" y="80058"/>
                    <a:pt x="60244" y="70018"/>
                    <a:pt x="60244" y="70018"/>
                  </a:cubicBezTo>
                  <a:lnTo>
                    <a:pt x="65647" y="66515"/>
                  </a:lnTo>
                  <a:lnTo>
                    <a:pt x="68183" y="61144"/>
                  </a:lnTo>
                  <a:lnTo>
                    <a:pt x="75555" y="59844"/>
                  </a:lnTo>
                  <a:lnTo>
                    <a:pt x="77689" y="56808"/>
                  </a:lnTo>
                  <a:lnTo>
                    <a:pt x="83427" y="48636"/>
                  </a:lnTo>
                  <a:lnTo>
                    <a:pt x="87997" y="42965"/>
                  </a:lnTo>
                  <a:lnTo>
                    <a:pt x="92900" y="41931"/>
                  </a:lnTo>
                  <a:lnTo>
                    <a:pt x="94668" y="26787"/>
                  </a:lnTo>
                  <a:lnTo>
                    <a:pt x="101206" y="15278"/>
                  </a:lnTo>
                  <a:lnTo>
                    <a:pt x="101206" y="7473"/>
                  </a:lnTo>
                  <a:lnTo>
                    <a:pt x="102974" y="300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4"/>
            <p:cNvSpPr/>
            <p:nvPr/>
          </p:nvSpPr>
          <p:spPr>
            <a:xfrm>
              <a:off x="924390" y="872884"/>
              <a:ext cx="161501" cy="71090"/>
            </a:xfrm>
            <a:custGeom>
              <a:avLst/>
              <a:gdLst/>
              <a:ahLst/>
              <a:cxnLst/>
              <a:rect l="l" t="t" r="r" b="b"/>
              <a:pathLst>
                <a:path w="4171" h="1836" extrusionOk="0">
                  <a:moveTo>
                    <a:pt x="1702" y="0"/>
                  </a:moveTo>
                  <a:lnTo>
                    <a:pt x="1" y="1835"/>
                  </a:lnTo>
                  <a:lnTo>
                    <a:pt x="4170" y="1835"/>
                  </a:lnTo>
                  <a:lnTo>
                    <a:pt x="17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14"/>
            <p:cNvSpPr/>
            <p:nvPr/>
          </p:nvSpPr>
          <p:spPr>
            <a:xfrm>
              <a:off x="4868912" y="816043"/>
              <a:ext cx="266084" cy="122742"/>
            </a:xfrm>
            <a:custGeom>
              <a:avLst/>
              <a:gdLst/>
              <a:ahLst/>
              <a:cxnLst/>
              <a:rect l="l" t="t" r="r" b="b"/>
              <a:pathLst>
                <a:path w="6872" h="3170" extrusionOk="0">
                  <a:moveTo>
                    <a:pt x="5204" y="1"/>
                  </a:moveTo>
                  <a:lnTo>
                    <a:pt x="3136" y="1502"/>
                  </a:lnTo>
                  <a:cubicBezTo>
                    <a:pt x="3136" y="1502"/>
                    <a:pt x="2732" y="910"/>
                    <a:pt x="2312" y="910"/>
                  </a:cubicBezTo>
                  <a:cubicBezTo>
                    <a:pt x="2264" y="910"/>
                    <a:pt x="2216" y="918"/>
                    <a:pt x="2169" y="935"/>
                  </a:cubicBezTo>
                  <a:cubicBezTo>
                    <a:pt x="1668" y="1068"/>
                    <a:pt x="0" y="3170"/>
                    <a:pt x="0" y="3170"/>
                  </a:cubicBezTo>
                  <a:lnTo>
                    <a:pt x="6872" y="3170"/>
                  </a:lnTo>
                  <a:lnTo>
                    <a:pt x="52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4"/>
            <p:cNvSpPr/>
            <p:nvPr/>
          </p:nvSpPr>
          <p:spPr>
            <a:xfrm>
              <a:off x="4868912" y="912920"/>
              <a:ext cx="266084" cy="25865"/>
            </a:xfrm>
            <a:custGeom>
              <a:avLst/>
              <a:gdLst/>
              <a:ahLst/>
              <a:cxnLst/>
              <a:rect l="l" t="t" r="r" b="b"/>
              <a:pathLst>
                <a:path w="6872" h="668" extrusionOk="0">
                  <a:moveTo>
                    <a:pt x="567" y="1"/>
                  </a:moveTo>
                  <a:lnTo>
                    <a:pt x="0" y="668"/>
                  </a:lnTo>
                  <a:lnTo>
                    <a:pt x="6872" y="668"/>
                  </a:lnTo>
                  <a:lnTo>
                    <a:pt x="6505" y="1"/>
                  </a:lnTo>
                  <a:lnTo>
                    <a:pt x="1968" y="468"/>
                  </a:lnTo>
                  <a:lnTo>
                    <a:pt x="5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4"/>
            <p:cNvSpPr/>
            <p:nvPr/>
          </p:nvSpPr>
          <p:spPr>
            <a:xfrm>
              <a:off x="4601551" y="938747"/>
              <a:ext cx="564460" cy="627767"/>
            </a:xfrm>
            <a:custGeom>
              <a:avLst/>
              <a:gdLst/>
              <a:ahLst/>
              <a:cxnLst/>
              <a:rect l="l" t="t" r="r" b="b"/>
              <a:pathLst>
                <a:path w="14578" h="16213" extrusionOk="0">
                  <a:moveTo>
                    <a:pt x="6805" y="1"/>
                  </a:moveTo>
                  <a:lnTo>
                    <a:pt x="6305" y="2169"/>
                  </a:lnTo>
                  <a:lnTo>
                    <a:pt x="5338" y="2969"/>
                  </a:lnTo>
                  <a:lnTo>
                    <a:pt x="4704" y="6772"/>
                  </a:lnTo>
                  <a:lnTo>
                    <a:pt x="0" y="16212"/>
                  </a:lnTo>
                  <a:lnTo>
                    <a:pt x="12576" y="8607"/>
                  </a:lnTo>
                  <a:lnTo>
                    <a:pt x="13577" y="7439"/>
                  </a:lnTo>
                  <a:lnTo>
                    <a:pt x="14577" y="5705"/>
                  </a:lnTo>
                  <a:lnTo>
                    <a:pt x="13944" y="1902"/>
                  </a:lnTo>
                  <a:lnTo>
                    <a:pt x="14444" y="1001"/>
                  </a:lnTo>
                  <a:lnTo>
                    <a:pt x="1364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4"/>
            <p:cNvSpPr/>
            <p:nvPr/>
          </p:nvSpPr>
          <p:spPr>
            <a:xfrm>
              <a:off x="2200485" y="-491028"/>
              <a:ext cx="486981" cy="604497"/>
            </a:xfrm>
            <a:custGeom>
              <a:avLst/>
              <a:gdLst/>
              <a:ahLst/>
              <a:cxnLst/>
              <a:rect l="l" t="t" r="r" b="b"/>
              <a:pathLst>
                <a:path w="12577" h="15612" extrusionOk="0">
                  <a:moveTo>
                    <a:pt x="0" y="0"/>
                  </a:moveTo>
                  <a:lnTo>
                    <a:pt x="3336" y="8073"/>
                  </a:lnTo>
                  <a:lnTo>
                    <a:pt x="12576" y="15611"/>
                  </a:lnTo>
                  <a:lnTo>
                    <a:pt x="7172" y="40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4"/>
            <p:cNvSpPr/>
            <p:nvPr/>
          </p:nvSpPr>
          <p:spPr>
            <a:xfrm>
              <a:off x="3180798" y="41101"/>
              <a:ext cx="598030" cy="415930"/>
            </a:xfrm>
            <a:custGeom>
              <a:avLst/>
              <a:gdLst/>
              <a:ahLst/>
              <a:cxnLst/>
              <a:rect l="l" t="t" r="r" b="b"/>
              <a:pathLst>
                <a:path w="15445" h="10742" extrusionOk="0">
                  <a:moveTo>
                    <a:pt x="1" y="0"/>
                  </a:moveTo>
                  <a:cubicBezTo>
                    <a:pt x="1" y="1"/>
                    <a:pt x="2769" y="5638"/>
                    <a:pt x="3003" y="5638"/>
                  </a:cubicBezTo>
                  <a:cubicBezTo>
                    <a:pt x="3270" y="5638"/>
                    <a:pt x="15445" y="10741"/>
                    <a:pt x="15445" y="10741"/>
                  </a:cubicBezTo>
                  <a:lnTo>
                    <a:pt x="9140" y="48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4"/>
            <p:cNvSpPr/>
            <p:nvPr/>
          </p:nvSpPr>
          <p:spPr>
            <a:xfrm>
              <a:off x="4000965" y="334289"/>
              <a:ext cx="396532" cy="196349"/>
            </a:xfrm>
            <a:custGeom>
              <a:avLst/>
              <a:gdLst/>
              <a:ahLst/>
              <a:cxnLst/>
              <a:rect l="l" t="t" r="r" b="b"/>
              <a:pathLst>
                <a:path w="10241" h="5071" extrusionOk="0">
                  <a:moveTo>
                    <a:pt x="0" y="0"/>
                  </a:moveTo>
                  <a:lnTo>
                    <a:pt x="1034" y="3870"/>
                  </a:lnTo>
                  <a:lnTo>
                    <a:pt x="3203" y="3169"/>
                  </a:lnTo>
                  <a:lnTo>
                    <a:pt x="4037" y="4871"/>
                  </a:lnTo>
                  <a:lnTo>
                    <a:pt x="10241" y="50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4"/>
            <p:cNvSpPr/>
            <p:nvPr/>
          </p:nvSpPr>
          <p:spPr>
            <a:xfrm>
              <a:off x="1847862" y="249027"/>
              <a:ext cx="670398" cy="208004"/>
            </a:xfrm>
            <a:custGeom>
              <a:avLst/>
              <a:gdLst/>
              <a:ahLst/>
              <a:cxnLst/>
              <a:rect l="l" t="t" r="r" b="b"/>
              <a:pathLst>
                <a:path w="17314" h="5372" extrusionOk="0">
                  <a:moveTo>
                    <a:pt x="6772" y="1"/>
                  </a:moveTo>
                  <a:lnTo>
                    <a:pt x="1" y="5371"/>
                  </a:lnTo>
                  <a:lnTo>
                    <a:pt x="5405" y="3503"/>
                  </a:lnTo>
                  <a:lnTo>
                    <a:pt x="8640" y="4604"/>
                  </a:lnTo>
                  <a:lnTo>
                    <a:pt x="9107" y="2736"/>
                  </a:lnTo>
                  <a:lnTo>
                    <a:pt x="17313" y="3970"/>
                  </a:lnTo>
                  <a:lnTo>
                    <a:pt x="17313" y="3970"/>
                  </a:lnTo>
                  <a:lnTo>
                    <a:pt x="67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4"/>
            <p:cNvSpPr/>
            <p:nvPr/>
          </p:nvSpPr>
          <p:spPr>
            <a:xfrm>
              <a:off x="1205962" y="294252"/>
              <a:ext cx="268678" cy="217026"/>
            </a:xfrm>
            <a:custGeom>
              <a:avLst/>
              <a:gdLst/>
              <a:ahLst/>
              <a:cxnLst/>
              <a:rect l="l" t="t" r="r" b="b"/>
              <a:pathLst>
                <a:path w="6939" h="5605" extrusionOk="0">
                  <a:moveTo>
                    <a:pt x="2869" y="0"/>
                  </a:moveTo>
                  <a:lnTo>
                    <a:pt x="2402" y="601"/>
                  </a:lnTo>
                  <a:lnTo>
                    <a:pt x="0" y="5071"/>
                  </a:lnTo>
                  <a:lnTo>
                    <a:pt x="6939" y="5604"/>
                  </a:lnTo>
                  <a:lnTo>
                    <a:pt x="28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4"/>
            <p:cNvSpPr/>
            <p:nvPr/>
          </p:nvSpPr>
          <p:spPr>
            <a:xfrm>
              <a:off x="4593807" y="539660"/>
              <a:ext cx="262212" cy="229919"/>
            </a:xfrm>
            <a:custGeom>
              <a:avLst/>
              <a:gdLst/>
              <a:ahLst/>
              <a:cxnLst/>
              <a:rect l="l" t="t" r="r" b="b"/>
              <a:pathLst>
                <a:path w="6772" h="5938" extrusionOk="0">
                  <a:moveTo>
                    <a:pt x="1568" y="0"/>
                  </a:moveTo>
                  <a:lnTo>
                    <a:pt x="0" y="1201"/>
                  </a:lnTo>
                  <a:lnTo>
                    <a:pt x="6772" y="5938"/>
                  </a:lnTo>
                  <a:lnTo>
                    <a:pt x="6772" y="5938"/>
                  </a:lnTo>
                  <a:lnTo>
                    <a:pt x="156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4"/>
            <p:cNvSpPr/>
            <p:nvPr/>
          </p:nvSpPr>
          <p:spPr>
            <a:xfrm>
              <a:off x="2772650" y="2757309"/>
              <a:ext cx="711712" cy="638106"/>
            </a:xfrm>
            <a:custGeom>
              <a:avLst/>
              <a:gdLst/>
              <a:ahLst/>
              <a:cxnLst/>
              <a:rect l="l" t="t" r="r" b="b"/>
              <a:pathLst>
                <a:path w="18381" h="16480" extrusionOk="0">
                  <a:moveTo>
                    <a:pt x="17780" y="1"/>
                  </a:moveTo>
                  <a:lnTo>
                    <a:pt x="8774" y="12876"/>
                  </a:lnTo>
                  <a:lnTo>
                    <a:pt x="6772" y="11809"/>
                  </a:lnTo>
                  <a:lnTo>
                    <a:pt x="6772" y="11809"/>
                  </a:lnTo>
                  <a:lnTo>
                    <a:pt x="7039" y="13243"/>
                  </a:lnTo>
                  <a:lnTo>
                    <a:pt x="1" y="15912"/>
                  </a:lnTo>
                  <a:lnTo>
                    <a:pt x="9641" y="16479"/>
                  </a:lnTo>
                  <a:lnTo>
                    <a:pt x="18380" y="3570"/>
                  </a:lnTo>
                  <a:lnTo>
                    <a:pt x="1778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4"/>
            <p:cNvSpPr/>
            <p:nvPr/>
          </p:nvSpPr>
          <p:spPr>
            <a:xfrm>
              <a:off x="3492068" y="928408"/>
              <a:ext cx="412058" cy="372022"/>
            </a:xfrm>
            <a:custGeom>
              <a:avLst/>
              <a:gdLst/>
              <a:ahLst/>
              <a:cxnLst/>
              <a:rect l="l" t="t" r="r" b="b"/>
              <a:pathLst>
                <a:path w="10642" h="9608" extrusionOk="0">
                  <a:moveTo>
                    <a:pt x="1" y="1"/>
                  </a:moveTo>
                  <a:lnTo>
                    <a:pt x="3203" y="4037"/>
                  </a:lnTo>
                  <a:lnTo>
                    <a:pt x="3970" y="3270"/>
                  </a:lnTo>
                  <a:lnTo>
                    <a:pt x="7339" y="9608"/>
                  </a:lnTo>
                  <a:lnTo>
                    <a:pt x="10375" y="3370"/>
                  </a:lnTo>
                  <a:lnTo>
                    <a:pt x="1064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14"/>
            <p:cNvSpPr/>
            <p:nvPr/>
          </p:nvSpPr>
          <p:spPr>
            <a:xfrm>
              <a:off x="3492068" y="890966"/>
              <a:ext cx="412058" cy="37481"/>
            </a:xfrm>
            <a:custGeom>
              <a:avLst/>
              <a:gdLst/>
              <a:ahLst/>
              <a:cxnLst/>
              <a:rect l="l" t="t" r="r" b="b"/>
              <a:pathLst>
                <a:path w="10642" h="968" extrusionOk="0">
                  <a:moveTo>
                    <a:pt x="10041" y="0"/>
                  </a:moveTo>
                  <a:lnTo>
                    <a:pt x="968" y="134"/>
                  </a:lnTo>
                  <a:lnTo>
                    <a:pt x="1" y="968"/>
                  </a:lnTo>
                  <a:lnTo>
                    <a:pt x="10642" y="968"/>
                  </a:lnTo>
                  <a:lnTo>
                    <a:pt x="100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4"/>
            <p:cNvSpPr/>
            <p:nvPr/>
          </p:nvSpPr>
          <p:spPr>
            <a:xfrm>
              <a:off x="3529510" y="861268"/>
              <a:ext cx="351384" cy="67179"/>
            </a:xfrm>
            <a:custGeom>
              <a:avLst/>
              <a:gdLst/>
              <a:ahLst/>
              <a:cxnLst/>
              <a:rect l="l" t="t" r="r" b="b"/>
              <a:pathLst>
                <a:path w="9075" h="1735" extrusionOk="0">
                  <a:moveTo>
                    <a:pt x="2970" y="0"/>
                  </a:moveTo>
                  <a:cubicBezTo>
                    <a:pt x="2303" y="0"/>
                    <a:pt x="1" y="901"/>
                    <a:pt x="1" y="901"/>
                  </a:cubicBezTo>
                  <a:lnTo>
                    <a:pt x="1736" y="1368"/>
                  </a:lnTo>
                  <a:lnTo>
                    <a:pt x="1902" y="901"/>
                  </a:lnTo>
                  <a:lnTo>
                    <a:pt x="2036" y="1301"/>
                  </a:lnTo>
                  <a:lnTo>
                    <a:pt x="2803" y="1468"/>
                  </a:lnTo>
                  <a:lnTo>
                    <a:pt x="2970" y="634"/>
                  </a:lnTo>
                  <a:lnTo>
                    <a:pt x="3237" y="1468"/>
                  </a:lnTo>
                  <a:lnTo>
                    <a:pt x="6039" y="1735"/>
                  </a:lnTo>
                  <a:lnTo>
                    <a:pt x="9074" y="767"/>
                  </a:lnTo>
                  <a:cubicBezTo>
                    <a:pt x="9074" y="767"/>
                    <a:pt x="3637" y="0"/>
                    <a:pt x="2970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14"/>
            <p:cNvSpPr/>
            <p:nvPr/>
          </p:nvSpPr>
          <p:spPr>
            <a:xfrm>
              <a:off x="3596689" y="894838"/>
              <a:ext cx="12971" cy="87856"/>
            </a:xfrm>
            <a:custGeom>
              <a:avLst/>
              <a:gdLst/>
              <a:ahLst/>
              <a:cxnLst/>
              <a:rect l="l" t="t" r="r" b="b"/>
              <a:pathLst>
                <a:path w="335" h="2269" extrusionOk="0">
                  <a:moveTo>
                    <a:pt x="167" y="1"/>
                  </a:moveTo>
                  <a:lnTo>
                    <a:pt x="1" y="468"/>
                  </a:lnTo>
                  <a:lnTo>
                    <a:pt x="334" y="2269"/>
                  </a:lnTo>
                  <a:lnTo>
                    <a:pt x="301" y="401"/>
                  </a:lnTo>
                  <a:lnTo>
                    <a:pt x="1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4"/>
            <p:cNvSpPr/>
            <p:nvPr/>
          </p:nvSpPr>
          <p:spPr>
            <a:xfrm>
              <a:off x="3638003" y="885816"/>
              <a:ext cx="16843" cy="135636"/>
            </a:xfrm>
            <a:custGeom>
              <a:avLst/>
              <a:gdLst/>
              <a:ahLst/>
              <a:cxnLst/>
              <a:rect l="l" t="t" r="r" b="b"/>
              <a:pathLst>
                <a:path w="435" h="3503" extrusionOk="0">
                  <a:moveTo>
                    <a:pt x="168" y="0"/>
                  </a:moveTo>
                  <a:lnTo>
                    <a:pt x="1" y="834"/>
                  </a:lnTo>
                  <a:lnTo>
                    <a:pt x="201" y="3503"/>
                  </a:lnTo>
                  <a:lnTo>
                    <a:pt x="435" y="834"/>
                  </a:lnTo>
                  <a:lnTo>
                    <a:pt x="16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14"/>
            <p:cNvSpPr/>
            <p:nvPr/>
          </p:nvSpPr>
          <p:spPr>
            <a:xfrm>
              <a:off x="2834641" y="1225468"/>
              <a:ext cx="694908" cy="341046"/>
            </a:xfrm>
            <a:custGeom>
              <a:avLst/>
              <a:gdLst/>
              <a:ahLst/>
              <a:cxnLst/>
              <a:rect l="l" t="t" r="r" b="b"/>
              <a:pathLst>
                <a:path w="17947" h="8808" extrusionOk="0">
                  <a:moveTo>
                    <a:pt x="2970" y="1"/>
                  </a:moveTo>
                  <a:lnTo>
                    <a:pt x="1" y="4638"/>
                  </a:lnTo>
                  <a:lnTo>
                    <a:pt x="9374" y="8807"/>
                  </a:lnTo>
                  <a:lnTo>
                    <a:pt x="17947" y="4404"/>
                  </a:lnTo>
                  <a:lnTo>
                    <a:pt x="12743" y="1"/>
                  </a:lnTo>
                  <a:lnTo>
                    <a:pt x="10308" y="1802"/>
                  </a:lnTo>
                  <a:lnTo>
                    <a:pt x="5505" y="30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4"/>
            <p:cNvSpPr/>
            <p:nvPr/>
          </p:nvSpPr>
          <p:spPr>
            <a:xfrm>
              <a:off x="3109747" y="1395991"/>
              <a:ext cx="419802" cy="662615"/>
            </a:xfrm>
            <a:custGeom>
              <a:avLst/>
              <a:gdLst/>
              <a:ahLst/>
              <a:cxnLst/>
              <a:rect l="l" t="t" r="r" b="b"/>
              <a:pathLst>
                <a:path w="10842" h="17113" extrusionOk="0">
                  <a:moveTo>
                    <a:pt x="10842" y="0"/>
                  </a:moveTo>
                  <a:lnTo>
                    <a:pt x="2269" y="4403"/>
                  </a:lnTo>
                  <a:lnTo>
                    <a:pt x="1" y="17112"/>
                  </a:lnTo>
                  <a:lnTo>
                    <a:pt x="8340" y="10608"/>
                  </a:lnTo>
                  <a:lnTo>
                    <a:pt x="108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4"/>
            <p:cNvSpPr/>
            <p:nvPr/>
          </p:nvSpPr>
          <p:spPr>
            <a:xfrm>
              <a:off x="1400994" y="1364976"/>
              <a:ext cx="720734" cy="257062"/>
            </a:xfrm>
            <a:custGeom>
              <a:avLst/>
              <a:gdLst/>
              <a:ahLst/>
              <a:cxnLst/>
              <a:rect l="l" t="t" r="r" b="b"/>
              <a:pathLst>
                <a:path w="18614" h="6639" extrusionOk="0">
                  <a:moveTo>
                    <a:pt x="0" y="5071"/>
                  </a:moveTo>
                  <a:lnTo>
                    <a:pt x="7806" y="1"/>
                  </a:lnTo>
                  <a:lnTo>
                    <a:pt x="16112" y="2235"/>
                  </a:lnTo>
                  <a:lnTo>
                    <a:pt x="18614" y="4871"/>
                  </a:lnTo>
                  <a:lnTo>
                    <a:pt x="5137" y="663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14"/>
            <p:cNvSpPr/>
            <p:nvPr/>
          </p:nvSpPr>
          <p:spPr>
            <a:xfrm>
              <a:off x="1599899" y="1553543"/>
              <a:ext cx="521829" cy="626451"/>
            </a:xfrm>
            <a:custGeom>
              <a:avLst/>
              <a:gdLst/>
              <a:ahLst/>
              <a:cxnLst/>
              <a:rect l="l" t="t" r="r" b="b"/>
              <a:pathLst>
                <a:path w="13477" h="16179" extrusionOk="0">
                  <a:moveTo>
                    <a:pt x="13477" y="1"/>
                  </a:moveTo>
                  <a:lnTo>
                    <a:pt x="0" y="1769"/>
                  </a:lnTo>
                  <a:lnTo>
                    <a:pt x="3403" y="10675"/>
                  </a:lnTo>
                  <a:lnTo>
                    <a:pt x="1702" y="16179"/>
                  </a:lnTo>
                  <a:lnTo>
                    <a:pt x="13477" y="7273"/>
                  </a:lnTo>
                  <a:lnTo>
                    <a:pt x="1347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4"/>
            <p:cNvSpPr/>
            <p:nvPr/>
          </p:nvSpPr>
          <p:spPr>
            <a:xfrm>
              <a:off x="1761361" y="1913910"/>
              <a:ext cx="1348424" cy="485665"/>
            </a:xfrm>
            <a:custGeom>
              <a:avLst/>
              <a:gdLst/>
              <a:ahLst/>
              <a:cxnLst/>
              <a:rect l="l" t="t" r="r" b="b"/>
              <a:pathLst>
                <a:path w="34825" h="12543" extrusionOk="0">
                  <a:moveTo>
                    <a:pt x="34825" y="3736"/>
                  </a:moveTo>
                  <a:lnTo>
                    <a:pt x="24784" y="0"/>
                  </a:lnTo>
                  <a:lnTo>
                    <a:pt x="20715" y="2702"/>
                  </a:lnTo>
                  <a:lnTo>
                    <a:pt x="19547" y="0"/>
                  </a:lnTo>
                  <a:lnTo>
                    <a:pt x="0" y="7472"/>
                  </a:lnTo>
                  <a:lnTo>
                    <a:pt x="10474" y="12543"/>
                  </a:lnTo>
                  <a:lnTo>
                    <a:pt x="26786" y="1034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4"/>
            <p:cNvSpPr/>
            <p:nvPr/>
          </p:nvSpPr>
          <p:spPr>
            <a:xfrm>
              <a:off x="2166915" y="2314313"/>
              <a:ext cx="631601" cy="559272"/>
            </a:xfrm>
            <a:custGeom>
              <a:avLst/>
              <a:gdLst/>
              <a:ahLst/>
              <a:cxnLst/>
              <a:rect l="l" t="t" r="r" b="b"/>
              <a:pathLst>
                <a:path w="16312" h="14444" extrusionOk="0">
                  <a:moveTo>
                    <a:pt x="16312" y="0"/>
                  </a:moveTo>
                  <a:lnTo>
                    <a:pt x="0" y="2202"/>
                  </a:lnTo>
                  <a:lnTo>
                    <a:pt x="3970" y="14444"/>
                  </a:lnTo>
                  <a:lnTo>
                    <a:pt x="5371" y="4870"/>
                  </a:lnTo>
                  <a:lnTo>
                    <a:pt x="7139" y="6672"/>
                  </a:lnTo>
                  <a:lnTo>
                    <a:pt x="1631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4"/>
            <p:cNvSpPr/>
            <p:nvPr/>
          </p:nvSpPr>
          <p:spPr>
            <a:xfrm>
              <a:off x="2582806" y="2058568"/>
              <a:ext cx="526979" cy="1053958"/>
            </a:xfrm>
            <a:custGeom>
              <a:avLst/>
              <a:gdLst/>
              <a:ahLst/>
              <a:cxnLst/>
              <a:rect l="l" t="t" r="r" b="b"/>
              <a:pathLst>
                <a:path w="13610" h="27220" extrusionOk="0">
                  <a:moveTo>
                    <a:pt x="13610" y="0"/>
                  </a:moveTo>
                  <a:lnTo>
                    <a:pt x="5571" y="6605"/>
                  </a:lnTo>
                  <a:lnTo>
                    <a:pt x="2702" y="18647"/>
                  </a:lnTo>
                  <a:lnTo>
                    <a:pt x="4904" y="16546"/>
                  </a:lnTo>
                  <a:lnTo>
                    <a:pt x="0" y="27220"/>
                  </a:lnTo>
                  <a:lnTo>
                    <a:pt x="0" y="27220"/>
                  </a:lnTo>
                  <a:lnTo>
                    <a:pt x="12609" y="13176"/>
                  </a:lnTo>
                  <a:lnTo>
                    <a:pt x="1361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4"/>
            <p:cNvSpPr/>
            <p:nvPr/>
          </p:nvSpPr>
          <p:spPr>
            <a:xfrm>
              <a:off x="3795594" y="2316869"/>
              <a:ext cx="481793" cy="653594"/>
            </a:xfrm>
            <a:custGeom>
              <a:avLst/>
              <a:gdLst/>
              <a:ahLst/>
              <a:cxnLst/>
              <a:rect l="l" t="t" r="r" b="b"/>
              <a:pathLst>
                <a:path w="12443" h="16880" extrusionOk="0">
                  <a:moveTo>
                    <a:pt x="12443" y="1"/>
                  </a:moveTo>
                  <a:lnTo>
                    <a:pt x="3536" y="3870"/>
                  </a:lnTo>
                  <a:lnTo>
                    <a:pt x="1" y="16880"/>
                  </a:lnTo>
                  <a:lnTo>
                    <a:pt x="1244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4"/>
            <p:cNvSpPr/>
            <p:nvPr/>
          </p:nvSpPr>
          <p:spPr>
            <a:xfrm>
              <a:off x="3932508" y="1690457"/>
              <a:ext cx="601902" cy="776297"/>
            </a:xfrm>
            <a:custGeom>
              <a:avLst/>
              <a:gdLst/>
              <a:ahLst/>
              <a:cxnLst/>
              <a:rect l="l" t="t" r="r" b="b"/>
              <a:pathLst>
                <a:path w="15545" h="20049" extrusionOk="0">
                  <a:moveTo>
                    <a:pt x="15545" y="1"/>
                  </a:moveTo>
                  <a:lnTo>
                    <a:pt x="9774" y="9507"/>
                  </a:lnTo>
                  <a:lnTo>
                    <a:pt x="0" y="20048"/>
                  </a:lnTo>
                  <a:lnTo>
                    <a:pt x="12009" y="11008"/>
                  </a:lnTo>
                  <a:lnTo>
                    <a:pt x="1554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14"/>
            <p:cNvSpPr/>
            <p:nvPr/>
          </p:nvSpPr>
          <p:spPr>
            <a:xfrm>
              <a:off x="3697439" y="1300391"/>
              <a:ext cx="781447" cy="321647"/>
            </a:xfrm>
            <a:custGeom>
              <a:avLst/>
              <a:gdLst/>
              <a:ahLst/>
              <a:cxnLst/>
              <a:rect l="l" t="t" r="r" b="b"/>
              <a:pathLst>
                <a:path w="20182" h="8307" extrusionOk="0">
                  <a:moveTo>
                    <a:pt x="20181" y="1"/>
                  </a:moveTo>
                  <a:lnTo>
                    <a:pt x="13844" y="8307"/>
                  </a:lnTo>
                  <a:lnTo>
                    <a:pt x="3736" y="8307"/>
                  </a:lnTo>
                  <a:lnTo>
                    <a:pt x="0" y="4971"/>
                  </a:lnTo>
                  <a:lnTo>
                    <a:pt x="8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14"/>
            <p:cNvSpPr/>
            <p:nvPr/>
          </p:nvSpPr>
          <p:spPr>
            <a:xfrm>
              <a:off x="4135284" y="1300391"/>
              <a:ext cx="343601" cy="613557"/>
            </a:xfrm>
            <a:custGeom>
              <a:avLst/>
              <a:gdLst/>
              <a:ahLst/>
              <a:cxnLst/>
              <a:rect l="l" t="t" r="r" b="b"/>
              <a:pathLst>
                <a:path w="8874" h="15846" extrusionOk="0">
                  <a:moveTo>
                    <a:pt x="8873" y="1"/>
                  </a:moveTo>
                  <a:lnTo>
                    <a:pt x="2536" y="8307"/>
                  </a:lnTo>
                  <a:lnTo>
                    <a:pt x="0" y="15845"/>
                  </a:lnTo>
                  <a:lnTo>
                    <a:pt x="6772" y="10075"/>
                  </a:lnTo>
                  <a:lnTo>
                    <a:pt x="88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4"/>
            <p:cNvSpPr/>
            <p:nvPr/>
          </p:nvSpPr>
          <p:spPr>
            <a:xfrm>
              <a:off x="3932508" y="1690457"/>
              <a:ext cx="601902" cy="776297"/>
            </a:xfrm>
            <a:custGeom>
              <a:avLst/>
              <a:gdLst/>
              <a:ahLst/>
              <a:cxnLst/>
              <a:rect l="l" t="t" r="r" b="b"/>
              <a:pathLst>
                <a:path w="15545" h="20049" extrusionOk="0">
                  <a:moveTo>
                    <a:pt x="0" y="20048"/>
                  </a:moveTo>
                  <a:lnTo>
                    <a:pt x="5237" y="5771"/>
                  </a:lnTo>
                  <a:lnTo>
                    <a:pt x="12009" y="1"/>
                  </a:lnTo>
                  <a:lnTo>
                    <a:pt x="15545" y="1"/>
                  </a:lnTo>
                  <a:lnTo>
                    <a:pt x="9774" y="950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4"/>
            <p:cNvSpPr/>
            <p:nvPr/>
          </p:nvSpPr>
          <p:spPr>
            <a:xfrm>
              <a:off x="3109747" y="1740831"/>
              <a:ext cx="1025577" cy="725923"/>
            </a:xfrm>
            <a:custGeom>
              <a:avLst/>
              <a:gdLst/>
              <a:ahLst/>
              <a:cxnLst/>
              <a:rect l="l" t="t" r="r" b="b"/>
              <a:pathLst>
                <a:path w="26487" h="18748" extrusionOk="0">
                  <a:moveTo>
                    <a:pt x="1" y="8206"/>
                  </a:moveTo>
                  <a:lnTo>
                    <a:pt x="8340" y="1702"/>
                  </a:lnTo>
                  <a:lnTo>
                    <a:pt x="18447" y="0"/>
                  </a:lnTo>
                  <a:lnTo>
                    <a:pt x="26486" y="4470"/>
                  </a:lnTo>
                  <a:lnTo>
                    <a:pt x="21249" y="1874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4"/>
            <p:cNvSpPr/>
            <p:nvPr/>
          </p:nvSpPr>
          <p:spPr>
            <a:xfrm>
              <a:off x="3622515" y="1492830"/>
              <a:ext cx="219620" cy="281611"/>
            </a:xfrm>
            <a:custGeom>
              <a:avLst/>
              <a:gdLst/>
              <a:ahLst/>
              <a:cxnLst/>
              <a:rect l="l" t="t" r="r" b="b"/>
              <a:pathLst>
                <a:path w="5672" h="7273" extrusionOk="0">
                  <a:moveTo>
                    <a:pt x="1935" y="1"/>
                  </a:moveTo>
                  <a:lnTo>
                    <a:pt x="1" y="7273"/>
                  </a:lnTo>
                  <a:lnTo>
                    <a:pt x="5204" y="6405"/>
                  </a:lnTo>
                  <a:lnTo>
                    <a:pt x="5671" y="3337"/>
                  </a:lnTo>
                  <a:lnTo>
                    <a:pt x="193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4"/>
            <p:cNvSpPr/>
            <p:nvPr/>
          </p:nvSpPr>
          <p:spPr>
            <a:xfrm>
              <a:off x="4593807" y="759241"/>
              <a:ext cx="262212" cy="400404"/>
            </a:xfrm>
            <a:custGeom>
              <a:avLst/>
              <a:gdLst/>
              <a:ahLst/>
              <a:cxnLst/>
              <a:rect l="l" t="t" r="r" b="b"/>
              <a:pathLst>
                <a:path w="6772" h="10341" extrusionOk="0">
                  <a:moveTo>
                    <a:pt x="1668" y="0"/>
                  </a:moveTo>
                  <a:lnTo>
                    <a:pt x="0" y="10341"/>
                  </a:lnTo>
                  <a:lnTo>
                    <a:pt x="5037" y="4737"/>
                  </a:lnTo>
                  <a:lnTo>
                    <a:pt x="6772" y="267"/>
                  </a:lnTo>
                  <a:lnTo>
                    <a:pt x="166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4"/>
            <p:cNvSpPr/>
            <p:nvPr/>
          </p:nvSpPr>
          <p:spPr>
            <a:xfrm>
              <a:off x="3492068" y="928408"/>
              <a:ext cx="284205" cy="372022"/>
            </a:xfrm>
            <a:custGeom>
              <a:avLst/>
              <a:gdLst/>
              <a:ahLst/>
              <a:cxnLst/>
              <a:rect l="l" t="t" r="r" b="b"/>
              <a:pathLst>
                <a:path w="7340" h="9608" extrusionOk="0">
                  <a:moveTo>
                    <a:pt x="1" y="1"/>
                  </a:moveTo>
                  <a:lnTo>
                    <a:pt x="2869" y="5972"/>
                  </a:lnTo>
                  <a:lnTo>
                    <a:pt x="3770" y="4804"/>
                  </a:lnTo>
                  <a:lnTo>
                    <a:pt x="7339" y="9608"/>
                  </a:lnTo>
                  <a:lnTo>
                    <a:pt x="3970" y="3270"/>
                  </a:lnTo>
                  <a:lnTo>
                    <a:pt x="3203" y="403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4"/>
            <p:cNvSpPr/>
            <p:nvPr/>
          </p:nvSpPr>
          <p:spPr>
            <a:xfrm>
              <a:off x="2772650" y="2757309"/>
              <a:ext cx="688480" cy="616113"/>
            </a:xfrm>
            <a:custGeom>
              <a:avLst/>
              <a:gdLst/>
              <a:ahLst/>
              <a:cxnLst/>
              <a:rect l="l" t="t" r="r" b="b"/>
              <a:pathLst>
                <a:path w="17781" h="15912" extrusionOk="0">
                  <a:moveTo>
                    <a:pt x="1" y="15912"/>
                  </a:moveTo>
                  <a:lnTo>
                    <a:pt x="4437" y="8240"/>
                  </a:lnTo>
                  <a:lnTo>
                    <a:pt x="17780" y="1"/>
                  </a:lnTo>
                  <a:lnTo>
                    <a:pt x="8774" y="12876"/>
                  </a:lnTo>
                  <a:lnTo>
                    <a:pt x="6772" y="11809"/>
                  </a:lnTo>
                  <a:lnTo>
                    <a:pt x="7039" y="1324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4"/>
            <p:cNvSpPr/>
            <p:nvPr/>
          </p:nvSpPr>
          <p:spPr>
            <a:xfrm>
              <a:off x="2391645" y="3184816"/>
              <a:ext cx="381044" cy="388826"/>
            </a:xfrm>
            <a:custGeom>
              <a:avLst/>
              <a:gdLst/>
              <a:ahLst/>
              <a:cxnLst/>
              <a:rect l="l" t="t" r="r" b="b"/>
              <a:pathLst>
                <a:path w="9841" h="10042" extrusionOk="0">
                  <a:moveTo>
                    <a:pt x="0" y="1"/>
                  </a:moveTo>
                  <a:lnTo>
                    <a:pt x="9841" y="4871"/>
                  </a:lnTo>
                  <a:lnTo>
                    <a:pt x="9474" y="1004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14"/>
            <p:cNvSpPr/>
            <p:nvPr/>
          </p:nvSpPr>
          <p:spPr>
            <a:xfrm>
              <a:off x="1714859" y="2203226"/>
              <a:ext cx="237663" cy="552844"/>
            </a:xfrm>
            <a:custGeom>
              <a:avLst/>
              <a:gdLst/>
              <a:ahLst/>
              <a:cxnLst/>
              <a:rect l="l" t="t" r="r" b="b"/>
              <a:pathLst>
                <a:path w="6138" h="14278" extrusionOk="0">
                  <a:moveTo>
                    <a:pt x="6138" y="14277"/>
                  </a:moveTo>
                  <a:lnTo>
                    <a:pt x="1201" y="0"/>
                  </a:lnTo>
                  <a:lnTo>
                    <a:pt x="0" y="1240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14"/>
            <p:cNvSpPr/>
            <p:nvPr/>
          </p:nvSpPr>
          <p:spPr>
            <a:xfrm>
              <a:off x="1176263" y="1561287"/>
              <a:ext cx="538634" cy="1122454"/>
            </a:xfrm>
            <a:custGeom>
              <a:avLst/>
              <a:gdLst/>
              <a:ahLst/>
              <a:cxnLst/>
              <a:rect l="l" t="t" r="r" b="b"/>
              <a:pathLst>
                <a:path w="13911" h="28989" extrusionOk="0">
                  <a:moveTo>
                    <a:pt x="5804" y="1"/>
                  </a:moveTo>
                  <a:lnTo>
                    <a:pt x="0" y="8107"/>
                  </a:lnTo>
                  <a:lnTo>
                    <a:pt x="13910" y="28988"/>
                  </a:lnTo>
                  <a:lnTo>
                    <a:pt x="5004" y="9107"/>
                  </a:lnTo>
                  <a:lnTo>
                    <a:pt x="580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5" name="Google Shape;255;p14"/>
          <p:cNvSpPr/>
          <p:nvPr/>
        </p:nvSpPr>
        <p:spPr>
          <a:xfrm>
            <a:off x="-153" y="539686"/>
            <a:ext cx="9145628" cy="4597189"/>
          </a:xfrm>
          <a:custGeom>
            <a:avLst/>
            <a:gdLst/>
            <a:ahLst/>
            <a:cxnLst/>
            <a:rect l="l" t="t" r="r" b="b"/>
            <a:pathLst>
              <a:path w="208483" h="100173" extrusionOk="0">
                <a:moveTo>
                  <a:pt x="0" y="1"/>
                </a:moveTo>
                <a:lnTo>
                  <a:pt x="208482" y="1"/>
                </a:lnTo>
                <a:lnTo>
                  <a:pt x="208482" y="100172"/>
                </a:lnTo>
                <a:lnTo>
                  <a:pt x="0" y="100172"/>
                </a:lnTo>
                <a:close/>
              </a:path>
            </a:pathLst>
          </a:custGeom>
          <a:gradFill>
            <a:gsLst>
              <a:gs pos="0">
                <a:srgbClr val="D0F3FF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4"/>
          <p:cNvSpPr txBox="1">
            <a:spLocks noGrp="1"/>
          </p:cNvSpPr>
          <p:nvPr>
            <p:ph type="title"/>
          </p:nvPr>
        </p:nvSpPr>
        <p:spPr>
          <a:xfrm>
            <a:off x="5964600" y="2894788"/>
            <a:ext cx="2339700" cy="4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2400" b="1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7" name="Google Shape;257;p14"/>
          <p:cNvSpPr txBox="1">
            <a:spLocks noGrp="1"/>
          </p:cNvSpPr>
          <p:nvPr>
            <p:ph type="subTitle" idx="1"/>
          </p:nvPr>
        </p:nvSpPr>
        <p:spPr>
          <a:xfrm>
            <a:off x="5964600" y="3361611"/>
            <a:ext cx="2339700" cy="113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58" name="Google Shape;258;p14"/>
          <p:cNvGrpSpPr/>
          <p:nvPr/>
        </p:nvGrpSpPr>
        <p:grpSpPr>
          <a:xfrm flipH="1">
            <a:off x="217743" y="3195952"/>
            <a:ext cx="4635706" cy="1407974"/>
            <a:chOff x="3712152" y="3195952"/>
            <a:chExt cx="4635706" cy="1407974"/>
          </a:xfrm>
        </p:grpSpPr>
        <p:sp>
          <p:nvSpPr>
            <p:cNvPr id="259" name="Google Shape;259;p14"/>
            <p:cNvSpPr/>
            <p:nvPr/>
          </p:nvSpPr>
          <p:spPr>
            <a:xfrm>
              <a:off x="3712152" y="3946096"/>
              <a:ext cx="164057" cy="104621"/>
            </a:xfrm>
            <a:custGeom>
              <a:avLst/>
              <a:gdLst/>
              <a:ahLst/>
              <a:cxnLst/>
              <a:rect l="l" t="t" r="r" b="b"/>
              <a:pathLst>
                <a:path w="4237" h="2702" extrusionOk="0">
                  <a:moveTo>
                    <a:pt x="1618" y="1"/>
                  </a:moveTo>
                  <a:cubicBezTo>
                    <a:pt x="1567" y="1"/>
                    <a:pt x="1515" y="12"/>
                    <a:pt x="1468" y="35"/>
                  </a:cubicBezTo>
                  <a:cubicBezTo>
                    <a:pt x="1401" y="102"/>
                    <a:pt x="1334" y="169"/>
                    <a:pt x="1268" y="236"/>
                  </a:cubicBezTo>
                  <a:cubicBezTo>
                    <a:pt x="1234" y="269"/>
                    <a:pt x="1234" y="302"/>
                    <a:pt x="1201" y="336"/>
                  </a:cubicBezTo>
                  <a:cubicBezTo>
                    <a:pt x="1101" y="369"/>
                    <a:pt x="1034" y="369"/>
                    <a:pt x="968" y="402"/>
                  </a:cubicBezTo>
                  <a:cubicBezTo>
                    <a:pt x="767" y="502"/>
                    <a:pt x="567" y="602"/>
                    <a:pt x="434" y="736"/>
                  </a:cubicBezTo>
                  <a:cubicBezTo>
                    <a:pt x="267" y="836"/>
                    <a:pt x="134" y="969"/>
                    <a:pt x="34" y="1136"/>
                  </a:cubicBezTo>
                  <a:cubicBezTo>
                    <a:pt x="0" y="1203"/>
                    <a:pt x="0" y="1270"/>
                    <a:pt x="0" y="1336"/>
                  </a:cubicBezTo>
                  <a:cubicBezTo>
                    <a:pt x="34" y="1403"/>
                    <a:pt x="67" y="1503"/>
                    <a:pt x="134" y="1570"/>
                  </a:cubicBezTo>
                  <a:cubicBezTo>
                    <a:pt x="234" y="1703"/>
                    <a:pt x="334" y="1837"/>
                    <a:pt x="501" y="1937"/>
                  </a:cubicBezTo>
                  <a:cubicBezTo>
                    <a:pt x="667" y="2003"/>
                    <a:pt x="801" y="2037"/>
                    <a:pt x="968" y="2070"/>
                  </a:cubicBezTo>
                  <a:cubicBezTo>
                    <a:pt x="1168" y="2070"/>
                    <a:pt x="1368" y="2104"/>
                    <a:pt x="1568" y="2104"/>
                  </a:cubicBezTo>
                  <a:lnTo>
                    <a:pt x="1668" y="2237"/>
                  </a:lnTo>
                  <a:cubicBezTo>
                    <a:pt x="1701" y="2337"/>
                    <a:pt x="1735" y="2404"/>
                    <a:pt x="1801" y="2504"/>
                  </a:cubicBezTo>
                  <a:cubicBezTo>
                    <a:pt x="1874" y="2576"/>
                    <a:pt x="1981" y="2701"/>
                    <a:pt x="2086" y="2701"/>
                  </a:cubicBezTo>
                  <a:cubicBezTo>
                    <a:pt x="2126" y="2701"/>
                    <a:pt x="2165" y="2683"/>
                    <a:pt x="2202" y="2637"/>
                  </a:cubicBezTo>
                  <a:cubicBezTo>
                    <a:pt x="2235" y="2571"/>
                    <a:pt x="2268" y="2504"/>
                    <a:pt x="2302" y="2437"/>
                  </a:cubicBezTo>
                  <a:cubicBezTo>
                    <a:pt x="2302" y="2370"/>
                    <a:pt x="2335" y="2304"/>
                    <a:pt x="2402" y="2270"/>
                  </a:cubicBezTo>
                  <a:cubicBezTo>
                    <a:pt x="2435" y="2270"/>
                    <a:pt x="2469" y="2237"/>
                    <a:pt x="2469" y="2204"/>
                  </a:cubicBezTo>
                  <a:cubicBezTo>
                    <a:pt x="2502" y="2170"/>
                    <a:pt x="2435" y="2104"/>
                    <a:pt x="2402" y="2070"/>
                  </a:cubicBezTo>
                  <a:cubicBezTo>
                    <a:pt x="2335" y="2070"/>
                    <a:pt x="2302" y="2037"/>
                    <a:pt x="2235" y="2037"/>
                  </a:cubicBezTo>
                  <a:cubicBezTo>
                    <a:pt x="2302" y="2003"/>
                    <a:pt x="2369" y="2003"/>
                    <a:pt x="2435" y="1970"/>
                  </a:cubicBezTo>
                  <a:cubicBezTo>
                    <a:pt x="2535" y="1937"/>
                    <a:pt x="2602" y="1903"/>
                    <a:pt x="2702" y="1870"/>
                  </a:cubicBezTo>
                  <a:cubicBezTo>
                    <a:pt x="2869" y="1737"/>
                    <a:pt x="3069" y="1637"/>
                    <a:pt x="3269" y="1570"/>
                  </a:cubicBezTo>
                  <a:cubicBezTo>
                    <a:pt x="3319" y="1561"/>
                    <a:pt x="3369" y="1557"/>
                    <a:pt x="3419" y="1557"/>
                  </a:cubicBezTo>
                  <a:cubicBezTo>
                    <a:pt x="3567" y="1557"/>
                    <a:pt x="3711" y="1595"/>
                    <a:pt x="3836" y="1670"/>
                  </a:cubicBezTo>
                  <a:cubicBezTo>
                    <a:pt x="3903" y="1737"/>
                    <a:pt x="3970" y="1803"/>
                    <a:pt x="4036" y="1870"/>
                  </a:cubicBezTo>
                  <a:cubicBezTo>
                    <a:pt x="4063" y="1897"/>
                    <a:pt x="4090" y="1946"/>
                    <a:pt x="4135" y="1946"/>
                  </a:cubicBezTo>
                  <a:cubicBezTo>
                    <a:pt x="4146" y="1946"/>
                    <a:pt x="4157" y="1943"/>
                    <a:pt x="4170" y="1937"/>
                  </a:cubicBezTo>
                  <a:cubicBezTo>
                    <a:pt x="4203" y="1937"/>
                    <a:pt x="4203" y="1837"/>
                    <a:pt x="4203" y="1803"/>
                  </a:cubicBezTo>
                  <a:cubicBezTo>
                    <a:pt x="4203" y="1703"/>
                    <a:pt x="4203" y="1603"/>
                    <a:pt x="4170" y="1503"/>
                  </a:cubicBezTo>
                  <a:cubicBezTo>
                    <a:pt x="4136" y="1436"/>
                    <a:pt x="4103" y="1370"/>
                    <a:pt x="4036" y="1303"/>
                  </a:cubicBezTo>
                  <a:cubicBezTo>
                    <a:pt x="3970" y="1236"/>
                    <a:pt x="3970" y="1170"/>
                    <a:pt x="4036" y="1103"/>
                  </a:cubicBezTo>
                  <a:cubicBezTo>
                    <a:pt x="4070" y="1069"/>
                    <a:pt x="4103" y="1036"/>
                    <a:pt x="4103" y="1003"/>
                  </a:cubicBezTo>
                  <a:cubicBezTo>
                    <a:pt x="4203" y="836"/>
                    <a:pt x="4237" y="636"/>
                    <a:pt x="4203" y="436"/>
                  </a:cubicBezTo>
                  <a:cubicBezTo>
                    <a:pt x="4103" y="436"/>
                    <a:pt x="4036" y="502"/>
                    <a:pt x="3970" y="569"/>
                  </a:cubicBezTo>
                  <a:lnTo>
                    <a:pt x="3903" y="602"/>
                  </a:lnTo>
                  <a:cubicBezTo>
                    <a:pt x="3870" y="669"/>
                    <a:pt x="3803" y="736"/>
                    <a:pt x="3736" y="769"/>
                  </a:cubicBezTo>
                  <a:cubicBezTo>
                    <a:pt x="3611" y="844"/>
                    <a:pt x="3448" y="882"/>
                    <a:pt x="3305" y="882"/>
                  </a:cubicBezTo>
                  <a:cubicBezTo>
                    <a:pt x="3257" y="882"/>
                    <a:pt x="3211" y="878"/>
                    <a:pt x="3169" y="869"/>
                  </a:cubicBezTo>
                  <a:cubicBezTo>
                    <a:pt x="3069" y="869"/>
                    <a:pt x="2969" y="803"/>
                    <a:pt x="2869" y="769"/>
                  </a:cubicBezTo>
                  <a:cubicBezTo>
                    <a:pt x="2902" y="736"/>
                    <a:pt x="2902" y="669"/>
                    <a:pt x="2869" y="636"/>
                  </a:cubicBezTo>
                  <a:cubicBezTo>
                    <a:pt x="2836" y="569"/>
                    <a:pt x="2769" y="536"/>
                    <a:pt x="2702" y="502"/>
                  </a:cubicBezTo>
                  <a:cubicBezTo>
                    <a:pt x="2669" y="469"/>
                    <a:pt x="2535" y="402"/>
                    <a:pt x="2435" y="336"/>
                  </a:cubicBezTo>
                  <a:cubicBezTo>
                    <a:pt x="2268" y="236"/>
                    <a:pt x="2068" y="202"/>
                    <a:pt x="1868" y="102"/>
                  </a:cubicBezTo>
                  <a:cubicBezTo>
                    <a:pt x="1804" y="37"/>
                    <a:pt x="1711" y="1"/>
                    <a:pt x="16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14"/>
            <p:cNvSpPr/>
            <p:nvPr/>
          </p:nvSpPr>
          <p:spPr>
            <a:xfrm>
              <a:off x="4715417" y="4499886"/>
              <a:ext cx="162779" cy="104041"/>
            </a:xfrm>
            <a:custGeom>
              <a:avLst/>
              <a:gdLst/>
              <a:ahLst/>
              <a:cxnLst/>
              <a:rect l="l" t="t" r="r" b="b"/>
              <a:pathLst>
                <a:path w="4204" h="2687" extrusionOk="0">
                  <a:moveTo>
                    <a:pt x="1623" y="0"/>
                  </a:moveTo>
                  <a:cubicBezTo>
                    <a:pt x="1570" y="0"/>
                    <a:pt x="1517" y="8"/>
                    <a:pt x="1468" y="20"/>
                  </a:cubicBezTo>
                  <a:cubicBezTo>
                    <a:pt x="1401" y="87"/>
                    <a:pt x="1335" y="154"/>
                    <a:pt x="1268" y="220"/>
                  </a:cubicBezTo>
                  <a:cubicBezTo>
                    <a:pt x="1235" y="254"/>
                    <a:pt x="1235" y="287"/>
                    <a:pt x="1201" y="320"/>
                  </a:cubicBezTo>
                  <a:cubicBezTo>
                    <a:pt x="1101" y="354"/>
                    <a:pt x="1034" y="387"/>
                    <a:pt x="968" y="420"/>
                  </a:cubicBezTo>
                  <a:cubicBezTo>
                    <a:pt x="768" y="487"/>
                    <a:pt x="601" y="587"/>
                    <a:pt x="434" y="721"/>
                  </a:cubicBezTo>
                  <a:cubicBezTo>
                    <a:pt x="267" y="821"/>
                    <a:pt x="134" y="954"/>
                    <a:pt x="34" y="1121"/>
                  </a:cubicBezTo>
                  <a:cubicBezTo>
                    <a:pt x="0" y="1188"/>
                    <a:pt x="0" y="1254"/>
                    <a:pt x="0" y="1321"/>
                  </a:cubicBezTo>
                  <a:cubicBezTo>
                    <a:pt x="34" y="1421"/>
                    <a:pt x="67" y="1488"/>
                    <a:pt x="134" y="1555"/>
                  </a:cubicBezTo>
                  <a:cubicBezTo>
                    <a:pt x="234" y="1721"/>
                    <a:pt x="334" y="1855"/>
                    <a:pt x="501" y="1921"/>
                  </a:cubicBezTo>
                  <a:cubicBezTo>
                    <a:pt x="668" y="1988"/>
                    <a:pt x="801" y="2022"/>
                    <a:pt x="968" y="2055"/>
                  </a:cubicBezTo>
                  <a:cubicBezTo>
                    <a:pt x="1168" y="2088"/>
                    <a:pt x="1368" y="2088"/>
                    <a:pt x="1568" y="2088"/>
                  </a:cubicBezTo>
                  <a:cubicBezTo>
                    <a:pt x="1602" y="2122"/>
                    <a:pt x="1635" y="2188"/>
                    <a:pt x="1668" y="2222"/>
                  </a:cubicBezTo>
                  <a:cubicBezTo>
                    <a:pt x="1702" y="2322"/>
                    <a:pt x="1735" y="2422"/>
                    <a:pt x="1802" y="2489"/>
                  </a:cubicBezTo>
                  <a:cubicBezTo>
                    <a:pt x="1874" y="2561"/>
                    <a:pt x="1982" y="2686"/>
                    <a:pt x="2086" y="2686"/>
                  </a:cubicBezTo>
                  <a:cubicBezTo>
                    <a:pt x="2126" y="2686"/>
                    <a:pt x="2165" y="2668"/>
                    <a:pt x="2202" y="2622"/>
                  </a:cubicBezTo>
                  <a:cubicBezTo>
                    <a:pt x="2235" y="2555"/>
                    <a:pt x="2269" y="2489"/>
                    <a:pt x="2302" y="2422"/>
                  </a:cubicBezTo>
                  <a:cubicBezTo>
                    <a:pt x="2302" y="2355"/>
                    <a:pt x="2335" y="2288"/>
                    <a:pt x="2402" y="2255"/>
                  </a:cubicBezTo>
                  <a:cubicBezTo>
                    <a:pt x="2435" y="2255"/>
                    <a:pt x="2469" y="2222"/>
                    <a:pt x="2469" y="2188"/>
                  </a:cubicBezTo>
                  <a:cubicBezTo>
                    <a:pt x="2502" y="2155"/>
                    <a:pt x="2435" y="2122"/>
                    <a:pt x="2402" y="2088"/>
                  </a:cubicBezTo>
                  <a:cubicBezTo>
                    <a:pt x="2335" y="2055"/>
                    <a:pt x="2302" y="2055"/>
                    <a:pt x="2235" y="2022"/>
                  </a:cubicBezTo>
                  <a:cubicBezTo>
                    <a:pt x="2302" y="2022"/>
                    <a:pt x="2369" y="1988"/>
                    <a:pt x="2435" y="1988"/>
                  </a:cubicBezTo>
                  <a:cubicBezTo>
                    <a:pt x="2536" y="1955"/>
                    <a:pt x="2602" y="1888"/>
                    <a:pt x="2702" y="1855"/>
                  </a:cubicBezTo>
                  <a:cubicBezTo>
                    <a:pt x="2869" y="1721"/>
                    <a:pt x="3069" y="1621"/>
                    <a:pt x="3269" y="1588"/>
                  </a:cubicBezTo>
                  <a:cubicBezTo>
                    <a:pt x="3325" y="1569"/>
                    <a:pt x="3381" y="1561"/>
                    <a:pt x="3436" y="1561"/>
                  </a:cubicBezTo>
                  <a:cubicBezTo>
                    <a:pt x="3579" y="1561"/>
                    <a:pt x="3716" y="1616"/>
                    <a:pt x="3836" y="1688"/>
                  </a:cubicBezTo>
                  <a:cubicBezTo>
                    <a:pt x="3903" y="1721"/>
                    <a:pt x="3970" y="1788"/>
                    <a:pt x="4037" y="1855"/>
                  </a:cubicBezTo>
                  <a:cubicBezTo>
                    <a:pt x="4070" y="1888"/>
                    <a:pt x="4103" y="1955"/>
                    <a:pt x="4170" y="1955"/>
                  </a:cubicBezTo>
                  <a:cubicBezTo>
                    <a:pt x="4203" y="1921"/>
                    <a:pt x="4203" y="1821"/>
                    <a:pt x="4203" y="1788"/>
                  </a:cubicBezTo>
                  <a:cubicBezTo>
                    <a:pt x="4203" y="1688"/>
                    <a:pt x="4170" y="1588"/>
                    <a:pt x="4137" y="1488"/>
                  </a:cubicBezTo>
                  <a:cubicBezTo>
                    <a:pt x="4103" y="1388"/>
                    <a:pt x="4037" y="1321"/>
                    <a:pt x="4003" y="1288"/>
                  </a:cubicBezTo>
                  <a:cubicBezTo>
                    <a:pt x="3937" y="1188"/>
                    <a:pt x="3937" y="1154"/>
                    <a:pt x="4003" y="1088"/>
                  </a:cubicBezTo>
                  <a:cubicBezTo>
                    <a:pt x="4170" y="921"/>
                    <a:pt x="4203" y="654"/>
                    <a:pt x="4170" y="420"/>
                  </a:cubicBezTo>
                  <a:cubicBezTo>
                    <a:pt x="4070" y="420"/>
                    <a:pt x="3970" y="454"/>
                    <a:pt x="3937" y="520"/>
                  </a:cubicBezTo>
                  <a:lnTo>
                    <a:pt x="3870" y="587"/>
                  </a:lnTo>
                  <a:cubicBezTo>
                    <a:pt x="3803" y="621"/>
                    <a:pt x="3770" y="687"/>
                    <a:pt x="3703" y="721"/>
                  </a:cubicBezTo>
                  <a:cubicBezTo>
                    <a:pt x="3550" y="823"/>
                    <a:pt x="3397" y="866"/>
                    <a:pt x="3244" y="866"/>
                  </a:cubicBezTo>
                  <a:cubicBezTo>
                    <a:pt x="3197" y="866"/>
                    <a:pt x="3150" y="862"/>
                    <a:pt x="3103" y="854"/>
                  </a:cubicBezTo>
                  <a:cubicBezTo>
                    <a:pt x="3003" y="821"/>
                    <a:pt x="2902" y="787"/>
                    <a:pt x="2836" y="721"/>
                  </a:cubicBezTo>
                  <a:cubicBezTo>
                    <a:pt x="2869" y="721"/>
                    <a:pt x="2869" y="654"/>
                    <a:pt x="2869" y="621"/>
                  </a:cubicBezTo>
                  <a:cubicBezTo>
                    <a:pt x="2836" y="554"/>
                    <a:pt x="2769" y="520"/>
                    <a:pt x="2702" y="487"/>
                  </a:cubicBezTo>
                  <a:cubicBezTo>
                    <a:pt x="2669" y="487"/>
                    <a:pt x="2536" y="387"/>
                    <a:pt x="2435" y="354"/>
                  </a:cubicBezTo>
                  <a:cubicBezTo>
                    <a:pt x="2269" y="220"/>
                    <a:pt x="2069" y="187"/>
                    <a:pt x="1868" y="87"/>
                  </a:cubicBezTo>
                  <a:cubicBezTo>
                    <a:pt x="1805" y="23"/>
                    <a:pt x="1715" y="0"/>
                    <a:pt x="16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4"/>
            <p:cNvSpPr/>
            <p:nvPr/>
          </p:nvSpPr>
          <p:spPr>
            <a:xfrm>
              <a:off x="5624298" y="4337514"/>
              <a:ext cx="162779" cy="104118"/>
            </a:xfrm>
            <a:custGeom>
              <a:avLst/>
              <a:gdLst/>
              <a:ahLst/>
              <a:cxnLst/>
              <a:rect l="l" t="t" r="r" b="b"/>
              <a:pathLst>
                <a:path w="4204" h="2689" extrusionOk="0">
                  <a:moveTo>
                    <a:pt x="1632" y="1"/>
                  </a:moveTo>
                  <a:cubicBezTo>
                    <a:pt x="1575" y="1"/>
                    <a:pt x="1519" y="12"/>
                    <a:pt x="1468" y="37"/>
                  </a:cubicBezTo>
                  <a:cubicBezTo>
                    <a:pt x="1401" y="70"/>
                    <a:pt x="1334" y="137"/>
                    <a:pt x="1268" y="204"/>
                  </a:cubicBezTo>
                  <a:cubicBezTo>
                    <a:pt x="1234" y="237"/>
                    <a:pt x="1234" y="304"/>
                    <a:pt x="1201" y="337"/>
                  </a:cubicBezTo>
                  <a:cubicBezTo>
                    <a:pt x="1134" y="337"/>
                    <a:pt x="1034" y="371"/>
                    <a:pt x="968" y="404"/>
                  </a:cubicBezTo>
                  <a:cubicBezTo>
                    <a:pt x="767" y="471"/>
                    <a:pt x="601" y="571"/>
                    <a:pt x="434" y="704"/>
                  </a:cubicBezTo>
                  <a:cubicBezTo>
                    <a:pt x="267" y="804"/>
                    <a:pt x="134" y="971"/>
                    <a:pt x="34" y="1138"/>
                  </a:cubicBezTo>
                  <a:cubicBezTo>
                    <a:pt x="0" y="1205"/>
                    <a:pt x="0" y="1271"/>
                    <a:pt x="0" y="1338"/>
                  </a:cubicBezTo>
                  <a:cubicBezTo>
                    <a:pt x="34" y="1405"/>
                    <a:pt x="67" y="1471"/>
                    <a:pt x="134" y="1538"/>
                  </a:cubicBezTo>
                  <a:cubicBezTo>
                    <a:pt x="234" y="1705"/>
                    <a:pt x="367" y="1838"/>
                    <a:pt x="501" y="1938"/>
                  </a:cubicBezTo>
                  <a:cubicBezTo>
                    <a:pt x="667" y="2005"/>
                    <a:pt x="834" y="2039"/>
                    <a:pt x="968" y="2039"/>
                  </a:cubicBezTo>
                  <a:cubicBezTo>
                    <a:pt x="1168" y="2072"/>
                    <a:pt x="1368" y="2105"/>
                    <a:pt x="1568" y="2105"/>
                  </a:cubicBezTo>
                  <a:cubicBezTo>
                    <a:pt x="1601" y="2139"/>
                    <a:pt x="1635" y="2172"/>
                    <a:pt x="1668" y="2239"/>
                  </a:cubicBezTo>
                  <a:cubicBezTo>
                    <a:pt x="1701" y="2305"/>
                    <a:pt x="1735" y="2405"/>
                    <a:pt x="1801" y="2506"/>
                  </a:cubicBezTo>
                  <a:cubicBezTo>
                    <a:pt x="1875" y="2579"/>
                    <a:pt x="1985" y="2689"/>
                    <a:pt x="2090" y="2689"/>
                  </a:cubicBezTo>
                  <a:cubicBezTo>
                    <a:pt x="2129" y="2689"/>
                    <a:pt x="2166" y="2674"/>
                    <a:pt x="2202" y="2639"/>
                  </a:cubicBezTo>
                  <a:cubicBezTo>
                    <a:pt x="2235" y="2572"/>
                    <a:pt x="2268" y="2506"/>
                    <a:pt x="2302" y="2405"/>
                  </a:cubicBezTo>
                  <a:cubicBezTo>
                    <a:pt x="2302" y="2339"/>
                    <a:pt x="2335" y="2305"/>
                    <a:pt x="2402" y="2272"/>
                  </a:cubicBezTo>
                  <a:cubicBezTo>
                    <a:pt x="2435" y="2239"/>
                    <a:pt x="2469" y="2205"/>
                    <a:pt x="2469" y="2205"/>
                  </a:cubicBezTo>
                  <a:cubicBezTo>
                    <a:pt x="2502" y="2172"/>
                    <a:pt x="2435" y="2105"/>
                    <a:pt x="2402" y="2072"/>
                  </a:cubicBezTo>
                  <a:cubicBezTo>
                    <a:pt x="2335" y="2072"/>
                    <a:pt x="2302" y="2039"/>
                    <a:pt x="2235" y="2005"/>
                  </a:cubicBezTo>
                  <a:cubicBezTo>
                    <a:pt x="2302" y="2005"/>
                    <a:pt x="2369" y="2005"/>
                    <a:pt x="2469" y="1972"/>
                  </a:cubicBezTo>
                  <a:cubicBezTo>
                    <a:pt x="2535" y="1938"/>
                    <a:pt x="2635" y="1905"/>
                    <a:pt x="2702" y="1838"/>
                  </a:cubicBezTo>
                  <a:cubicBezTo>
                    <a:pt x="2869" y="1738"/>
                    <a:pt x="3069" y="1638"/>
                    <a:pt x="3269" y="1572"/>
                  </a:cubicBezTo>
                  <a:cubicBezTo>
                    <a:pt x="3311" y="1563"/>
                    <a:pt x="3355" y="1559"/>
                    <a:pt x="3399" y="1559"/>
                  </a:cubicBezTo>
                  <a:cubicBezTo>
                    <a:pt x="3534" y="1559"/>
                    <a:pt x="3678" y="1597"/>
                    <a:pt x="3803" y="1672"/>
                  </a:cubicBezTo>
                  <a:cubicBezTo>
                    <a:pt x="3870" y="1705"/>
                    <a:pt x="3936" y="1772"/>
                    <a:pt x="4003" y="1838"/>
                  </a:cubicBezTo>
                  <a:cubicBezTo>
                    <a:pt x="4003" y="1872"/>
                    <a:pt x="4070" y="1938"/>
                    <a:pt x="4103" y="1938"/>
                  </a:cubicBezTo>
                  <a:cubicBezTo>
                    <a:pt x="4170" y="1905"/>
                    <a:pt x="4170" y="1805"/>
                    <a:pt x="4170" y="1772"/>
                  </a:cubicBezTo>
                  <a:cubicBezTo>
                    <a:pt x="4170" y="1672"/>
                    <a:pt x="4170" y="1572"/>
                    <a:pt x="4136" y="1471"/>
                  </a:cubicBezTo>
                  <a:cubicBezTo>
                    <a:pt x="4103" y="1371"/>
                    <a:pt x="4070" y="1305"/>
                    <a:pt x="4003" y="1271"/>
                  </a:cubicBezTo>
                  <a:cubicBezTo>
                    <a:pt x="3970" y="1205"/>
                    <a:pt x="3970" y="1138"/>
                    <a:pt x="4003" y="1071"/>
                  </a:cubicBezTo>
                  <a:cubicBezTo>
                    <a:pt x="4036" y="1038"/>
                    <a:pt x="4070" y="1004"/>
                    <a:pt x="4103" y="971"/>
                  </a:cubicBezTo>
                  <a:cubicBezTo>
                    <a:pt x="4170" y="804"/>
                    <a:pt x="4203" y="604"/>
                    <a:pt x="4170" y="404"/>
                  </a:cubicBezTo>
                  <a:cubicBezTo>
                    <a:pt x="4070" y="404"/>
                    <a:pt x="4003" y="471"/>
                    <a:pt x="3936" y="537"/>
                  </a:cubicBezTo>
                  <a:lnTo>
                    <a:pt x="3870" y="571"/>
                  </a:lnTo>
                  <a:cubicBezTo>
                    <a:pt x="3836" y="638"/>
                    <a:pt x="3770" y="671"/>
                    <a:pt x="3703" y="738"/>
                  </a:cubicBezTo>
                  <a:cubicBezTo>
                    <a:pt x="3578" y="813"/>
                    <a:pt x="3434" y="850"/>
                    <a:pt x="3285" y="850"/>
                  </a:cubicBezTo>
                  <a:cubicBezTo>
                    <a:pt x="3236" y="850"/>
                    <a:pt x="3186" y="846"/>
                    <a:pt x="3136" y="838"/>
                  </a:cubicBezTo>
                  <a:cubicBezTo>
                    <a:pt x="3036" y="838"/>
                    <a:pt x="2936" y="771"/>
                    <a:pt x="2836" y="738"/>
                  </a:cubicBezTo>
                  <a:cubicBezTo>
                    <a:pt x="2869" y="704"/>
                    <a:pt x="2902" y="671"/>
                    <a:pt x="2869" y="638"/>
                  </a:cubicBezTo>
                  <a:cubicBezTo>
                    <a:pt x="2836" y="571"/>
                    <a:pt x="2769" y="537"/>
                    <a:pt x="2735" y="504"/>
                  </a:cubicBezTo>
                  <a:cubicBezTo>
                    <a:pt x="2669" y="471"/>
                    <a:pt x="2535" y="404"/>
                    <a:pt x="2435" y="337"/>
                  </a:cubicBezTo>
                  <a:cubicBezTo>
                    <a:pt x="2268" y="237"/>
                    <a:pt x="2068" y="171"/>
                    <a:pt x="1902" y="70"/>
                  </a:cubicBezTo>
                  <a:cubicBezTo>
                    <a:pt x="1819" y="29"/>
                    <a:pt x="1724" y="1"/>
                    <a:pt x="16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4"/>
            <p:cNvSpPr/>
            <p:nvPr/>
          </p:nvSpPr>
          <p:spPr>
            <a:xfrm>
              <a:off x="5286790" y="3665558"/>
              <a:ext cx="165373" cy="103344"/>
            </a:xfrm>
            <a:custGeom>
              <a:avLst/>
              <a:gdLst/>
              <a:ahLst/>
              <a:cxnLst/>
              <a:rect l="l" t="t" r="r" b="b"/>
              <a:pathLst>
                <a:path w="4271" h="2669" extrusionOk="0">
                  <a:moveTo>
                    <a:pt x="1552" y="1"/>
                  </a:moveTo>
                  <a:cubicBezTo>
                    <a:pt x="1477" y="1"/>
                    <a:pt x="1401" y="17"/>
                    <a:pt x="1335" y="51"/>
                  </a:cubicBezTo>
                  <a:cubicBezTo>
                    <a:pt x="1268" y="117"/>
                    <a:pt x="1201" y="184"/>
                    <a:pt x="1168" y="251"/>
                  </a:cubicBezTo>
                  <a:cubicBezTo>
                    <a:pt x="1135" y="318"/>
                    <a:pt x="1101" y="351"/>
                    <a:pt x="1101" y="384"/>
                  </a:cubicBezTo>
                  <a:cubicBezTo>
                    <a:pt x="1001" y="418"/>
                    <a:pt x="934" y="451"/>
                    <a:pt x="868" y="484"/>
                  </a:cubicBezTo>
                  <a:cubicBezTo>
                    <a:pt x="668" y="584"/>
                    <a:pt x="501" y="685"/>
                    <a:pt x="367" y="818"/>
                  </a:cubicBezTo>
                  <a:cubicBezTo>
                    <a:pt x="201" y="951"/>
                    <a:pt x="101" y="1118"/>
                    <a:pt x="0" y="1285"/>
                  </a:cubicBezTo>
                  <a:cubicBezTo>
                    <a:pt x="0" y="1352"/>
                    <a:pt x="0" y="1418"/>
                    <a:pt x="0" y="1485"/>
                  </a:cubicBezTo>
                  <a:cubicBezTo>
                    <a:pt x="34" y="1552"/>
                    <a:pt x="101" y="1619"/>
                    <a:pt x="134" y="1685"/>
                  </a:cubicBezTo>
                  <a:cubicBezTo>
                    <a:pt x="267" y="1852"/>
                    <a:pt x="401" y="1952"/>
                    <a:pt x="568" y="2019"/>
                  </a:cubicBezTo>
                  <a:cubicBezTo>
                    <a:pt x="701" y="2086"/>
                    <a:pt x="868" y="2119"/>
                    <a:pt x="1035" y="2119"/>
                  </a:cubicBezTo>
                  <a:lnTo>
                    <a:pt x="1635" y="2119"/>
                  </a:lnTo>
                  <a:cubicBezTo>
                    <a:pt x="1668" y="2152"/>
                    <a:pt x="1702" y="2186"/>
                    <a:pt x="1735" y="2252"/>
                  </a:cubicBezTo>
                  <a:cubicBezTo>
                    <a:pt x="1768" y="2319"/>
                    <a:pt x="1835" y="2419"/>
                    <a:pt x="1902" y="2486"/>
                  </a:cubicBezTo>
                  <a:cubicBezTo>
                    <a:pt x="1975" y="2559"/>
                    <a:pt x="2103" y="2669"/>
                    <a:pt x="2218" y="2669"/>
                  </a:cubicBezTo>
                  <a:cubicBezTo>
                    <a:pt x="2260" y="2669"/>
                    <a:pt x="2300" y="2655"/>
                    <a:pt x="2335" y="2619"/>
                  </a:cubicBezTo>
                  <a:cubicBezTo>
                    <a:pt x="2369" y="2519"/>
                    <a:pt x="2369" y="2452"/>
                    <a:pt x="2402" y="2386"/>
                  </a:cubicBezTo>
                  <a:cubicBezTo>
                    <a:pt x="2402" y="2319"/>
                    <a:pt x="2436" y="2252"/>
                    <a:pt x="2502" y="2219"/>
                  </a:cubicBezTo>
                  <a:cubicBezTo>
                    <a:pt x="2502" y="2186"/>
                    <a:pt x="2536" y="2152"/>
                    <a:pt x="2569" y="2152"/>
                  </a:cubicBezTo>
                  <a:cubicBezTo>
                    <a:pt x="2569" y="2086"/>
                    <a:pt x="2502" y="2052"/>
                    <a:pt x="2469" y="2052"/>
                  </a:cubicBezTo>
                  <a:cubicBezTo>
                    <a:pt x="2436" y="2019"/>
                    <a:pt x="2369" y="2019"/>
                    <a:pt x="2302" y="1985"/>
                  </a:cubicBezTo>
                  <a:cubicBezTo>
                    <a:pt x="2369" y="1952"/>
                    <a:pt x="2436" y="1952"/>
                    <a:pt x="2502" y="1919"/>
                  </a:cubicBezTo>
                  <a:cubicBezTo>
                    <a:pt x="2602" y="1885"/>
                    <a:pt x="2669" y="1852"/>
                    <a:pt x="2736" y="1785"/>
                  </a:cubicBezTo>
                  <a:cubicBezTo>
                    <a:pt x="2903" y="1652"/>
                    <a:pt x="3103" y="1518"/>
                    <a:pt x="3303" y="1452"/>
                  </a:cubicBezTo>
                  <a:cubicBezTo>
                    <a:pt x="3374" y="1428"/>
                    <a:pt x="3445" y="1417"/>
                    <a:pt x="3514" y="1417"/>
                  </a:cubicBezTo>
                  <a:cubicBezTo>
                    <a:pt x="3641" y="1417"/>
                    <a:pt x="3762" y="1454"/>
                    <a:pt x="3870" y="1518"/>
                  </a:cubicBezTo>
                  <a:cubicBezTo>
                    <a:pt x="3937" y="1552"/>
                    <a:pt x="4037" y="1619"/>
                    <a:pt x="4103" y="1685"/>
                  </a:cubicBezTo>
                  <a:cubicBezTo>
                    <a:pt x="4103" y="1712"/>
                    <a:pt x="4147" y="1761"/>
                    <a:pt x="4199" y="1761"/>
                  </a:cubicBezTo>
                  <a:cubicBezTo>
                    <a:pt x="4211" y="1761"/>
                    <a:pt x="4224" y="1758"/>
                    <a:pt x="4237" y="1752"/>
                  </a:cubicBezTo>
                  <a:cubicBezTo>
                    <a:pt x="4270" y="1719"/>
                    <a:pt x="4270" y="1619"/>
                    <a:pt x="4270" y="1585"/>
                  </a:cubicBezTo>
                  <a:cubicBezTo>
                    <a:pt x="4237" y="1452"/>
                    <a:pt x="4170" y="1352"/>
                    <a:pt x="4103" y="1252"/>
                  </a:cubicBezTo>
                  <a:cubicBezTo>
                    <a:pt x="4070" y="1185"/>
                    <a:pt x="4037" y="1118"/>
                    <a:pt x="3970" y="1051"/>
                  </a:cubicBezTo>
                  <a:cubicBezTo>
                    <a:pt x="3903" y="1018"/>
                    <a:pt x="3903" y="918"/>
                    <a:pt x="3937" y="885"/>
                  </a:cubicBezTo>
                  <a:cubicBezTo>
                    <a:pt x="3970" y="851"/>
                    <a:pt x="4003" y="785"/>
                    <a:pt x="4003" y="751"/>
                  </a:cubicBezTo>
                  <a:cubicBezTo>
                    <a:pt x="4070" y="584"/>
                    <a:pt x="4070" y="384"/>
                    <a:pt x="4037" y="184"/>
                  </a:cubicBezTo>
                  <a:lnTo>
                    <a:pt x="4037" y="184"/>
                  </a:lnTo>
                  <a:cubicBezTo>
                    <a:pt x="3970" y="218"/>
                    <a:pt x="3870" y="251"/>
                    <a:pt x="3837" y="351"/>
                  </a:cubicBezTo>
                  <a:lnTo>
                    <a:pt x="3770" y="384"/>
                  </a:lnTo>
                  <a:cubicBezTo>
                    <a:pt x="3736" y="451"/>
                    <a:pt x="3670" y="518"/>
                    <a:pt x="3603" y="551"/>
                  </a:cubicBezTo>
                  <a:cubicBezTo>
                    <a:pt x="3465" y="662"/>
                    <a:pt x="3304" y="726"/>
                    <a:pt x="3139" y="726"/>
                  </a:cubicBezTo>
                  <a:cubicBezTo>
                    <a:pt x="3105" y="726"/>
                    <a:pt x="3070" y="724"/>
                    <a:pt x="3036" y="718"/>
                  </a:cubicBezTo>
                  <a:cubicBezTo>
                    <a:pt x="2936" y="718"/>
                    <a:pt x="2836" y="685"/>
                    <a:pt x="2769" y="618"/>
                  </a:cubicBezTo>
                  <a:cubicBezTo>
                    <a:pt x="2802" y="618"/>
                    <a:pt x="2802" y="551"/>
                    <a:pt x="2769" y="518"/>
                  </a:cubicBezTo>
                  <a:cubicBezTo>
                    <a:pt x="2736" y="451"/>
                    <a:pt x="2669" y="418"/>
                    <a:pt x="2636" y="418"/>
                  </a:cubicBezTo>
                  <a:cubicBezTo>
                    <a:pt x="2536" y="384"/>
                    <a:pt x="2436" y="318"/>
                    <a:pt x="2335" y="284"/>
                  </a:cubicBezTo>
                  <a:cubicBezTo>
                    <a:pt x="2135" y="184"/>
                    <a:pt x="1935" y="151"/>
                    <a:pt x="1768" y="51"/>
                  </a:cubicBezTo>
                  <a:cubicBezTo>
                    <a:pt x="1702" y="17"/>
                    <a:pt x="1627" y="1"/>
                    <a:pt x="15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4"/>
            <p:cNvSpPr/>
            <p:nvPr/>
          </p:nvSpPr>
          <p:spPr>
            <a:xfrm>
              <a:off x="4489987" y="3616574"/>
              <a:ext cx="165373" cy="103344"/>
            </a:xfrm>
            <a:custGeom>
              <a:avLst/>
              <a:gdLst/>
              <a:ahLst/>
              <a:cxnLst/>
              <a:rect l="l" t="t" r="r" b="b"/>
              <a:pathLst>
                <a:path w="4271" h="2669" extrusionOk="0">
                  <a:moveTo>
                    <a:pt x="1552" y="1"/>
                  </a:moveTo>
                  <a:cubicBezTo>
                    <a:pt x="1477" y="1"/>
                    <a:pt x="1402" y="17"/>
                    <a:pt x="1335" y="51"/>
                  </a:cubicBezTo>
                  <a:cubicBezTo>
                    <a:pt x="1268" y="117"/>
                    <a:pt x="1202" y="184"/>
                    <a:pt x="1168" y="251"/>
                  </a:cubicBezTo>
                  <a:cubicBezTo>
                    <a:pt x="1135" y="284"/>
                    <a:pt x="1135" y="351"/>
                    <a:pt x="1101" y="384"/>
                  </a:cubicBezTo>
                  <a:cubicBezTo>
                    <a:pt x="1035" y="418"/>
                    <a:pt x="935" y="451"/>
                    <a:pt x="868" y="484"/>
                  </a:cubicBezTo>
                  <a:cubicBezTo>
                    <a:pt x="701" y="585"/>
                    <a:pt x="501" y="685"/>
                    <a:pt x="368" y="818"/>
                  </a:cubicBezTo>
                  <a:cubicBezTo>
                    <a:pt x="234" y="951"/>
                    <a:pt x="101" y="1085"/>
                    <a:pt x="34" y="1285"/>
                  </a:cubicBezTo>
                  <a:cubicBezTo>
                    <a:pt x="1" y="1352"/>
                    <a:pt x="1" y="1418"/>
                    <a:pt x="34" y="1485"/>
                  </a:cubicBezTo>
                  <a:cubicBezTo>
                    <a:pt x="67" y="1552"/>
                    <a:pt x="101" y="1619"/>
                    <a:pt x="167" y="1685"/>
                  </a:cubicBezTo>
                  <a:cubicBezTo>
                    <a:pt x="268" y="1819"/>
                    <a:pt x="401" y="1952"/>
                    <a:pt x="568" y="2019"/>
                  </a:cubicBezTo>
                  <a:cubicBezTo>
                    <a:pt x="735" y="2086"/>
                    <a:pt x="901" y="2119"/>
                    <a:pt x="1068" y="2119"/>
                  </a:cubicBezTo>
                  <a:lnTo>
                    <a:pt x="1669" y="2119"/>
                  </a:lnTo>
                  <a:cubicBezTo>
                    <a:pt x="1702" y="2152"/>
                    <a:pt x="1702" y="2186"/>
                    <a:pt x="1735" y="2252"/>
                  </a:cubicBezTo>
                  <a:cubicBezTo>
                    <a:pt x="1802" y="2319"/>
                    <a:pt x="1869" y="2419"/>
                    <a:pt x="1935" y="2486"/>
                  </a:cubicBezTo>
                  <a:cubicBezTo>
                    <a:pt x="1984" y="2559"/>
                    <a:pt x="2105" y="2669"/>
                    <a:pt x="2206" y="2669"/>
                  </a:cubicBezTo>
                  <a:cubicBezTo>
                    <a:pt x="2242" y="2669"/>
                    <a:pt x="2276" y="2655"/>
                    <a:pt x="2302" y="2619"/>
                  </a:cubicBezTo>
                  <a:cubicBezTo>
                    <a:pt x="2369" y="2519"/>
                    <a:pt x="2402" y="2453"/>
                    <a:pt x="2402" y="2386"/>
                  </a:cubicBezTo>
                  <a:cubicBezTo>
                    <a:pt x="2402" y="2319"/>
                    <a:pt x="2436" y="2252"/>
                    <a:pt x="2469" y="2219"/>
                  </a:cubicBezTo>
                  <a:cubicBezTo>
                    <a:pt x="2502" y="2186"/>
                    <a:pt x="2536" y="2152"/>
                    <a:pt x="2569" y="2119"/>
                  </a:cubicBezTo>
                  <a:cubicBezTo>
                    <a:pt x="2569" y="2086"/>
                    <a:pt x="2502" y="2052"/>
                    <a:pt x="2469" y="2019"/>
                  </a:cubicBezTo>
                  <a:cubicBezTo>
                    <a:pt x="2402" y="2019"/>
                    <a:pt x="2369" y="2019"/>
                    <a:pt x="2302" y="1986"/>
                  </a:cubicBezTo>
                  <a:cubicBezTo>
                    <a:pt x="2369" y="1952"/>
                    <a:pt x="2436" y="1952"/>
                    <a:pt x="2502" y="1919"/>
                  </a:cubicBezTo>
                  <a:cubicBezTo>
                    <a:pt x="2603" y="1885"/>
                    <a:pt x="2669" y="1819"/>
                    <a:pt x="2736" y="1785"/>
                  </a:cubicBezTo>
                  <a:cubicBezTo>
                    <a:pt x="2903" y="1652"/>
                    <a:pt x="3103" y="1519"/>
                    <a:pt x="3303" y="1452"/>
                  </a:cubicBezTo>
                  <a:cubicBezTo>
                    <a:pt x="3374" y="1428"/>
                    <a:pt x="3445" y="1417"/>
                    <a:pt x="3514" y="1417"/>
                  </a:cubicBezTo>
                  <a:cubicBezTo>
                    <a:pt x="3641" y="1417"/>
                    <a:pt x="3762" y="1454"/>
                    <a:pt x="3870" y="1519"/>
                  </a:cubicBezTo>
                  <a:cubicBezTo>
                    <a:pt x="3937" y="1552"/>
                    <a:pt x="4037" y="1619"/>
                    <a:pt x="4104" y="1685"/>
                  </a:cubicBezTo>
                  <a:cubicBezTo>
                    <a:pt x="4104" y="1712"/>
                    <a:pt x="4147" y="1761"/>
                    <a:pt x="4182" y="1761"/>
                  </a:cubicBezTo>
                  <a:cubicBezTo>
                    <a:pt x="4190" y="1761"/>
                    <a:pt x="4197" y="1758"/>
                    <a:pt x="4204" y="1752"/>
                  </a:cubicBezTo>
                  <a:cubicBezTo>
                    <a:pt x="4270" y="1719"/>
                    <a:pt x="4237" y="1619"/>
                    <a:pt x="4237" y="1585"/>
                  </a:cubicBezTo>
                  <a:cubicBezTo>
                    <a:pt x="4237" y="1452"/>
                    <a:pt x="4170" y="1352"/>
                    <a:pt x="4137" y="1252"/>
                  </a:cubicBezTo>
                  <a:cubicBezTo>
                    <a:pt x="4070" y="1185"/>
                    <a:pt x="4037" y="1118"/>
                    <a:pt x="3970" y="1052"/>
                  </a:cubicBezTo>
                  <a:cubicBezTo>
                    <a:pt x="3937" y="985"/>
                    <a:pt x="3903" y="951"/>
                    <a:pt x="3970" y="885"/>
                  </a:cubicBezTo>
                  <a:cubicBezTo>
                    <a:pt x="3970" y="851"/>
                    <a:pt x="4004" y="785"/>
                    <a:pt x="4037" y="751"/>
                  </a:cubicBezTo>
                  <a:cubicBezTo>
                    <a:pt x="4070" y="585"/>
                    <a:pt x="4104" y="384"/>
                    <a:pt x="4070" y="218"/>
                  </a:cubicBezTo>
                  <a:cubicBezTo>
                    <a:pt x="3970" y="218"/>
                    <a:pt x="3903" y="251"/>
                    <a:pt x="3837" y="351"/>
                  </a:cubicBezTo>
                  <a:lnTo>
                    <a:pt x="3803" y="384"/>
                  </a:lnTo>
                  <a:cubicBezTo>
                    <a:pt x="3737" y="451"/>
                    <a:pt x="3670" y="518"/>
                    <a:pt x="3637" y="551"/>
                  </a:cubicBezTo>
                  <a:cubicBezTo>
                    <a:pt x="3498" y="662"/>
                    <a:pt x="3337" y="726"/>
                    <a:pt x="3172" y="726"/>
                  </a:cubicBezTo>
                  <a:cubicBezTo>
                    <a:pt x="3138" y="726"/>
                    <a:pt x="3104" y="724"/>
                    <a:pt x="3070" y="718"/>
                  </a:cubicBezTo>
                  <a:cubicBezTo>
                    <a:pt x="2969" y="718"/>
                    <a:pt x="2869" y="685"/>
                    <a:pt x="2769" y="618"/>
                  </a:cubicBezTo>
                  <a:cubicBezTo>
                    <a:pt x="2803" y="618"/>
                    <a:pt x="2803" y="551"/>
                    <a:pt x="2803" y="518"/>
                  </a:cubicBezTo>
                  <a:cubicBezTo>
                    <a:pt x="2769" y="451"/>
                    <a:pt x="2703" y="418"/>
                    <a:pt x="2636" y="418"/>
                  </a:cubicBezTo>
                  <a:cubicBezTo>
                    <a:pt x="2536" y="384"/>
                    <a:pt x="2436" y="318"/>
                    <a:pt x="2336" y="284"/>
                  </a:cubicBezTo>
                  <a:cubicBezTo>
                    <a:pt x="2169" y="184"/>
                    <a:pt x="1969" y="151"/>
                    <a:pt x="1769" y="51"/>
                  </a:cubicBezTo>
                  <a:cubicBezTo>
                    <a:pt x="1702" y="17"/>
                    <a:pt x="1627" y="1"/>
                    <a:pt x="15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4"/>
            <p:cNvSpPr/>
            <p:nvPr/>
          </p:nvSpPr>
          <p:spPr>
            <a:xfrm>
              <a:off x="7274348" y="3946713"/>
              <a:ext cx="165373" cy="103382"/>
            </a:xfrm>
            <a:custGeom>
              <a:avLst/>
              <a:gdLst/>
              <a:ahLst/>
              <a:cxnLst/>
              <a:rect l="l" t="t" r="r" b="b"/>
              <a:pathLst>
                <a:path w="4271" h="2670" extrusionOk="0">
                  <a:moveTo>
                    <a:pt x="1585" y="1"/>
                  </a:moveTo>
                  <a:cubicBezTo>
                    <a:pt x="1510" y="1"/>
                    <a:pt x="1435" y="18"/>
                    <a:pt x="1369" y="51"/>
                  </a:cubicBezTo>
                  <a:cubicBezTo>
                    <a:pt x="1302" y="118"/>
                    <a:pt x="1235" y="184"/>
                    <a:pt x="1202" y="285"/>
                  </a:cubicBezTo>
                  <a:cubicBezTo>
                    <a:pt x="1168" y="318"/>
                    <a:pt x="1135" y="351"/>
                    <a:pt x="1135" y="385"/>
                  </a:cubicBezTo>
                  <a:cubicBezTo>
                    <a:pt x="1035" y="418"/>
                    <a:pt x="968" y="451"/>
                    <a:pt x="902" y="485"/>
                  </a:cubicBezTo>
                  <a:cubicBezTo>
                    <a:pt x="701" y="585"/>
                    <a:pt x="535" y="685"/>
                    <a:pt x="401" y="818"/>
                  </a:cubicBezTo>
                  <a:cubicBezTo>
                    <a:pt x="234" y="952"/>
                    <a:pt x="134" y="1118"/>
                    <a:pt x="34" y="1285"/>
                  </a:cubicBezTo>
                  <a:cubicBezTo>
                    <a:pt x="1" y="1352"/>
                    <a:pt x="1" y="1419"/>
                    <a:pt x="34" y="1485"/>
                  </a:cubicBezTo>
                  <a:cubicBezTo>
                    <a:pt x="68" y="1552"/>
                    <a:pt x="101" y="1619"/>
                    <a:pt x="168" y="1686"/>
                  </a:cubicBezTo>
                  <a:cubicBezTo>
                    <a:pt x="268" y="1852"/>
                    <a:pt x="401" y="1952"/>
                    <a:pt x="568" y="2019"/>
                  </a:cubicBezTo>
                  <a:cubicBezTo>
                    <a:pt x="735" y="2086"/>
                    <a:pt x="902" y="2119"/>
                    <a:pt x="1068" y="2119"/>
                  </a:cubicBezTo>
                  <a:lnTo>
                    <a:pt x="1669" y="2119"/>
                  </a:lnTo>
                  <a:cubicBezTo>
                    <a:pt x="1702" y="2153"/>
                    <a:pt x="1702" y="2186"/>
                    <a:pt x="1736" y="2253"/>
                  </a:cubicBezTo>
                  <a:cubicBezTo>
                    <a:pt x="1802" y="2353"/>
                    <a:pt x="1836" y="2419"/>
                    <a:pt x="1936" y="2519"/>
                  </a:cubicBezTo>
                  <a:cubicBezTo>
                    <a:pt x="1984" y="2568"/>
                    <a:pt x="2104" y="2670"/>
                    <a:pt x="2217" y="2670"/>
                  </a:cubicBezTo>
                  <a:cubicBezTo>
                    <a:pt x="2259" y="2670"/>
                    <a:pt x="2300" y="2656"/>
                    <a:pt x="2336" y="2620"/>
                  </a:cubicBezTo>
                  <a:cubicBezTo>
                    <a:pt x="2369" y="2553"/>
                    <a:pt x="2403" y="2453"/>
                    <a:pt x="2403" y="2386"/>
                  </a:cubicBezTo>
                  <a:cubicBezTo>
                    <a:pt x="2436" y="2319"/>
                    <a:pt x="2469" y="2253"/>
                    <a:pt x="2503" y="2219"/>
                  </a:cubicBezTo>
                  <a:cubicBezTo>
                    <a:pt x="2536" y="2186"/>
                    <a:pt x="2569" y="2186"/>
                    <a:pt x="2569" y="2153"/>
                  </a:cubicBezTo>
                  <a:cubicBezTo>
                    <a:pt x="2603" y="2119"/>
                    <a:pt x="2536" y="2052"/>
                    <a:pt x="2503" y="2052"/>
                  </a:cubicBezTo>
                  <a:cubicBezTo>
                    <a:pt x="2436" y="2019"/>
                    <a:pt x="2369" y="2019"/>
                    <a:pt x="2336" y="1986"/>
                  </a:cubicBezTo>
                  <a:cubicBezTo>
                    <a:pt x="2403" y="1986"/>
                    <a:pt x="2469" y="1952"/>
                    <a:pt x="2536" y="1919"/>
                  </a:cubicBezTo>
                  <a:cubicBezTo>
                    <a:pt x="2603" y="1886"/>
                    <a:pt x="2703" y="1852"/>
                    <a:pt x="2770" y="1786"/>
                  </a:cubicBezTo>
                  <a:cubicBezTo>
                    <a:pt x="2936" y="1652"/>
                    <a:pt x="3103" y="1552"/>
                    <a:pt x="3337" y="1452"/>
                  </a:cubicBezTo>
                  <a:cubicBezTo>
                    <a:pt x="3398" y="1440"/>
                    <a:pt x="3463" y="1432"/>
                    <a:pt x="3530" y="1432"/>
                  </a:cubicBezTo>
                  <a:cubicBezTo>
                    <a:pt x="3646" y="1432"/>
                    <a:pt x="3765" y="1455"/>
                    <a:pt x="3870" y="1519"/>
                  </a:cubicBezTo>
                  <a:cubicBezTo>
                    <a:pt x="3970" y="1552"/>
                    <a:pt x="4037" y="1619"/>
                    <a:pt x="4104" y="1686"/>
                  </a:cubicBezTo>
                  <a:cubicBezTo>
                    <a:pt x="4131" y="1712"/>
                    <a:pt x="4180" y="1761"/>
                    <a:pt x="4215" y="1761"/>
                  </a:cubicBezTo>
                  <a:cubicBezTo>
                    <a:pt x="4223" y="1761"/>
                    <a:pt x="4231" y="1759"/>
                    <a:pt x="4237" y="1752"/>
                  </a:cubicBezTo>
                  <a:cubicBezTo>
                    <a:pt x="4271" y="1719"/>
                    <a:pt x="4271" y="1619"/>
                    <a:pt x="4271" y="1585"/>
                  </a:cubicBezTo>
                  <a:cubicBezTo>
                    <a:pt x="4237" y="1485"/>
                    <a:pt x="4204" y="1352"/>
                    <a:pt x="4137" y="1252"/>
                  </a:cubicBezTo>
                  <a:cubicBezTo>
                    <a:pt x="4104" y="1185"/>
                    <a:pt x="4071" y="1118"/>
                    <a:pt x="4004" y="1052"/>
                  </a:cubicBezTo>
                  <a:cubicBezTo>
                    <a:pt x="3970" y="1018"/>
                    <a:pt x="3937" y="952"/>
                    <a:pt x="3970" y="885"/>
                  </a:cubicBezTo>
                  <a:cubicBezTo>
                    <a:pt x="4004" y="852"/>
                    <a:pt x="4037" y="818"/>
                    <a:pt x="4037" y="752"/>
                  </a:cubicBezTo>
                  <a:cubicBezTo>
                    <a:pt x="4104" y="585"/>
                    <a:pt x="4137" y="385"/>
                    <a:pt x="4104" y="218"/>
                  </a:cubicBezTo>
                  <a:cubicBezTo>
                    <a:pt x="4004" y="218"/>
                    <a:pt x="3904" y="251"/>
                    <a:pt x="3870" y="351"/>
                  </a:cubicBezTo>
                  <a:lnTo>
                    <a:pt x="3804" y="385"/>
                  </a:lnTo>
                  <a:cubicBezTo>
                    <a:pt x="3770" y="451"/>
                    <a:pt x="3704" y="518"/>
                    <a:pt x="3637" y="551"/>
                  </a:cubicBezTo>
                  <a:cubicBezTo>
                    <a:pt x="3499" y="662"/>
                    <a:pt x="3338" y="727"/>
                    <a:pt x="3173" y="727"/>
                  </a:cubicBezTo>
                  <a:cubicBezTo>
                    <a:pt x="3139" y="727"/>
                    <a:pt x="3104" y="724"/>
                    <a:pt x="3070" y="718"/>
                  </a:cubicBezTo>
                  <a:cubicBezTo>
                    <a:pt x="2970" y="718"/>
                    <a:pt x="2870" y="685"/>
                    <a:pt x="2803" y="651"/>
                  </a:cubicBezTo>
                  <a:cubicBezTo>
                    <a:pt x="2836" y="618"/>
                    <a:pt x="2836" y="551"/>
                    <a:pt x="2803" y="518"/>
                  </a:cubicBezTo>
                  <a:cubicBezTo>
                    <a:pt x="2770" y="485"/>
                    <a:pt x="2703" y="418"/>
                    <a:pt x="2670" y="418"/>
                  </a:cubicBezTo>
                  <a:cubicBezTo>
                    <a:pt x="2569" y="385"/>
                    <a:pt x="2469" y="318"/>
                    <a:pt x="2369" y="285"/>
                  </a:cubicBezTo>
                  <a:cubicBezTo>
                    <a:pt x="2169" y="184"/>
                    <a:pt x="1936" y="151"/>
                    <a:pt x="1802" y="51"/>
                  </a:cubicBezTo>
                  <a:cubicBezTo>
                    <a:pt x="1736" y="18"/>
                    <a:pt x="1661" y="1"/>
                    <a:pt x="15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4"/>
            <p:cNvSpPr/>
            <p:nvPr/>
          </p:nvSpPr>
          <p:spPr>
            <a:xfrm>
              <a:off x="4781525" y="3300532"/>
              <a:ext cx="161462" cy="104312"/>
            </a:xfrm>
            <a:custGeom>
              <a:avLst/>
              <a:gdLst/>
              <a:ahLst/>
              <a:cxnLst/>
              <a:rect l="l" t="t" r="r" b="b"/>
              <a:pathLst>
                <a:path w="4170" h="2694" extrusionOk="0">
                  <a:moveTo>
                    <a:pt x="1642" y="1"/>
                  </a:moveTo>
                  <a:cubicBezTo>
                    <a:pt x="1578" y="1"/>
                    <a:pt x="1509" y="17"/>
                    <a:pt x="1434" y="47"/>
                  </a:cubicBezTo>
                  <a:cubicBezTo>
                    <a:pt x="1368" y="81"/>
                    <a:pt x="1301" y="148"/>
                    <a:pt x="1268" y="214"/>
                  </a:cubicBezTo>
                  <a:cubicBezTo>
                    <a:pt x="1234" y="248"/>
                    <a:pt x="1201" y="281"/>
                    <a:pt x="1168" y="348"/>
                  </a:cubicBezTo>
                  <a:cubicBezTo>
                    <a:pt x="1101" y="348"/>
                    <a:pt x="1034" y="381"/>
                    <a:pt x="934" y="414"/>
                  </a:cubicBezTo>
                  <a:cubicBezTo>
                    <a:pt x="734" y="481"/>
                    <a:pt x="567" y="581"/>
                    <a:pt x="400" y="715"/>
                  </a:cubicBezTo>
                  <a:cubicBezTo>
                    <a:pt x="234" y="815"/>
                    <a:pt x="133" y="948"/>
                    <a:pt x="33" y="1115"/>
                  </a:cubicBezTo>
                  <a:cubicBezTo>
                    <a:pt x="0" y="1182"/>
                    <a:pt x="0" y="1248"/>
                    <a:pt x="0" y="1315"/>
                  </a:cubicBezTo>
                  <a:cubicBezTo>
                    <a:pt x="33" y="1415"/>
                    <a:pt x="67" y="1482"/>
                    <a:pt x="100" y="1549"/>
                  </a:cubicBezTo>
                  <a:cubicBezTo>
                    <a:pt x="200" y="1715"/>
                    <a:pt x="334" y="1849"/>
                    <a:pt x="500" y="1915"/>
                  </a:cubicBezTo>
                  <a:cubicBezTo>
                    <a:pt x="634" y="1982"/>
                    <a:pt x="801" y="2049"/>
                    <a:pt x="967" y="2049"/>
                  </a:cubicBezTo>
                  <a:cubicBezTo>
                    <a:pt x="1168" y="2082"/>
                    <a:pt x="1368" y="2082"/>
                    <a:pt x="1568" y="2082"/>
                  </a:cubicBezTo>
                  <a:cubicBezTo>
                    <a:pt x="1601" y="2149"/>
                    <a:pt x="1601" y="2182"/>
                    <a:pt x="1635" y="2216"/>
                  </a:cubicBezTo>
                  <a:cubicBezTo>
                    <a:pt x="1668" y="2316"/>
                    <a:pt x="1735" y="2416"/>
                    <a:pt x="1801" y="2483"/>
                  </a:cubicBezTo>
                  <a:cubicBezTo>
                    <a:pt x="1852" y="2559"/>
                    <a:pt x="1981" y="2694"/>
                    <a:pt x="2099" y="2694"/>
                  </a:cubicBezTo>
                  <a:cubicBezTo>
                    <a:pt x="2135" y="2694"/>
                    <a:pt x="2170" y="2681"/>
                    <a:pt x="2202" y="2649"/>
                  </a:cubicBezTo>
                  <a:cubicBezTo>
                    <a:pt x="2202" y="2549"/>
                    <a:pt x="2235" y="2449"/>
                    <a:pt x="2235" y="2382"/>
                  </a:cubicBezTo>
                  <a:cubicBezTo>
                    <a:pt x="2235" y="2316"/>
                    <a:pt x="2268" y="2249"/>
                    <a:pt x="2335" y="2216"/>
                  </a:cubicBezTo>
                  <a:cubicBezTo>
                    <a:pt x="2335" y="2216"/>
                    <a:pt x="2402" y="2182"/>
                    <a:pt x="2402" y="2149"/>
                  </a:cubicBezTo>
                  <a:cubicBezTo>
                    <a:pt x="2402" y="2116"/>
                    <a:pt x="2368" y="2049"/>
                    <a:pt x="2335" y="2049"/>
                  </a:cubicBezTo>
                  <a:cubicBezTo>
                    <a:pt x="2268" y="2016"/>
                    <a:pt x="2202" y="1982"/>
                    <a:pt x="2168" y="1982"/>
                  </a:cubicBezTo>
                  <a:cubicBezTo>
                    <a:pt x="2235" y="1949"/>
                    <a:pt x="2302" y="1949"/>
                    <a:pt x="2368" y="1915"/>
                  </a:cubicBezTo>
                  <a:cubicBezTo>
                    <a:pt x="2468" y="1882"/>
                    <a:pt x="2535" y="1849"/>
                    <a:pt x="2635" y="1815"/>
                  </a:cubicBezTo>
                  <a:cubicBezTo>
                    <a:pt x="2802" y="1682"/>
                    <a:pt x="3002" y="1582"/>
                    <a:pt x="3202" y="1515"/>
                  </a:cubicBezTo>
                  <a:cubicBezTo>
                    <a:pt x="3252" y="1507"/>
                    <a:pt x="3302" y="1503"/>
                    <a:pt x="3352" y="1503"/>
                  </a:cubicBezTo>
                  <a:cubicBezTo>
                    <a:pt x="3500" y="1503"/>
                    <a:pt x="3644" y="1540"/>
                    <a:pt x="3769" y="1615"/>
                  </a:cubicBezTo>
                  <a:cubicBezTo>
                    <a:pt x="3836" y="1682"/>
                    <a:pt x="3903" y="1749"/>
                    <a:pt x="3970" y="1815"/>
                  </a:cubicBezTo>
                  <a:cubicBezTo>
                    <a:pt x="3997" y="1842"/>
                    <a:pt x="4024" y="1891"/>
                    <a:pt x="4068" y="1891"/>
                  </a:cubicBezTo>
                  <a:cubicBezTo>
                    <a:pt x="4079" y="1891"/>
                    <a:pt x="4090" y="1888"/>
                    <a:pt x="4103" y="1882"/>
                  </a:cubicBezTo>
                  <a:cubicBezTo>
                    <a:pt x="4136" y="1882"/>
                    <a:pt x="4136" y="1782"/>
                    <a:pt x="4136" y="1749"/>
                  </a:cubicBezTo>
                  <a:cubicBezTo>
                    <a:pt x="4136" y="1649"/>
                    <a:pt x="4136" y="1549"/>
                    <a:pt x="4103" y="1448"/>
                  </a:cubicBezTo>
                  <a:cubicBezTo>
                    <a:pt x="4070" y="1382"/>
                    <a:pt x="4036" y="1315"/>
                    <a:pt x="3970" y="1248"/>
                  </a:cubicBezTo>
                  <a:cubicBezTo>
                    <a:pt x="3936" y="1215"/>
                    <a:pt x="3936" y="1115"/>
                    <a:pt x="3970" y="1082"/>
                  </a:cubicBezTo>
                  <a:cubicBezTo>
                    <a:pt x="4003" y="1048"/>
                    <a:pt x="4036" y="1015"/>
                    <a:pt x="4070" y="981"/>
                  </a:cubicBezTo>
                  <a:cubicBezTo>
                    <a:pt x="4136" y="781"/>
                    <a:pt x="4170" y="615"/>
                    <a:pt x="4136" y="414"/>
                  </a:cubicBezTo>
                  <a:cubicBezTo>
                    <a:pt x="4070" y="414"/>
                    <a:pt x="3970" y="448"/>
                    <a:pt x="3903" y="548"/>
                  </a:cubicBezTo>
                  <a:lnTo>
                    <a:pt x="3869" y="581"/>
                  </a:lnTo>
                  <a:cubicBezTo>
                    <a:pt x="3803" y="615"/>
                    <a:pt x="3736" y="681"/>
                    <a:pt x="3669" y="748"/>
                  </a:cubicBezTo>
                  <a:cubicBezTo>
                    <a:pt x="3544" y="823"/>
                    <a:pt x="3400" y="861"/>
                    <a:pt x="3252" y="861"/>
                  </a:cubicBezTo>
                  <a:cubicBezTo>
                    <a:pt x="3202" y="861"/>
                    <a:pt x="3152" y="856"/>
                    <a:pt x="3102" y="848"/>
                  </a:cubicBezTo>
                  <a:cubicBezTo>
                    <a:pt x="3002" y="815"/>
                    <a:pt x="2902" y="781"/>
                    <a:pt x="2835" y="748"/>
                  </a:cubicBezTo>
                  <a:cubicBezTo>
                    <a:pt x="2869" y="715"/>
                    <a:pt x="2869" y="648"/>
                    <a:pt x="2869" y="615"/>
                  </a:cubicBezTo>
                  <a:cubicBezTo>
                    <a:pt x="2835" y="581"/>
                    <a:pt x="2769" y="548"/>
                    <a:pt x="2702" y="514"/>
                  </a:cubicBezTo>
                  <a:cubicBezTo>
                    <a:pt x="2635" y="481"/>
                    <a:pt x="2535" y="381"/>
                    <a:pt x="2435" y="348"/>
                  </a:cubicBezTo>
                  <a:cubicBezTo>
                    <a:pt x="2235" y="248"/>
                    <a:pt x="2035" y="181"/>
                    <a:pt x="1868" y="81"/>
                  </a:cubicBezTo>
                  <a:cubicBezTo>
                    <a:pt x="1795" y="26"/>
                    <a:pt x="1721" y="1"/>
                    <a:pt x="16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4"/>
            <p:cNvSpPr/>
            <p:nvPr/>
          </p:nvSpPr>
          <p:spPr>
            <a:xfrm>
              <a:off x="5069095" y="4065658"/>
              <a:ext cx="162779" cy="104583"/>
            </a:xfrm>
            <a:custGeom>
              <a:avLst/>
              <a:gdLst/>
              <a:ahLst/>
              <a:cxnLst/>
              <a:rect l="l" t="t" r="r" b="b"/>
              <a:pathLst>
                <a:path w="4204" h="2701" extrusionOk="0">
                  <a:moveTo>
                    <a:pt x="1601" y="0"/>
                  </a:moveTo>
                  <a:cubicBezTo>
                    <a:pt x="1549" y="0"/>
                    <a:pt x="1494" y="11"/>
                    <a:pt x="1435" y="35"/>
                  </a:cubicBezTo>
                  <a:cubicBezTo>
                    <a:pt x="1368" y="102"/>
                    <a:pt x="1302" y="168"/>
                    <a:pt x="1268" y="235"/>
                  </a:cubicBezTo>
                  <a:cubicBezTo>
                    <a:pt x="1235" y="268"/>
                    <a:pt x="1202" y="302"/>
                    <a:pt x="1168" y="335"/>
                  </a:cubicBezTo>
                  <a:cubicBezTo>
                    <a:pt x="1101" y="368"/>
                    <a:pt x="1001" y="402"/>
                    <a:pt x="935" y="435"/>
                  </a:cubicBezTo>
                  <a:cubicBezTo>
                    <a:pt x="735" y="502"/>
                    <a:pt x="568" y="602"/>
                    <a:pt x="401" y="735"/>
                  </a:cubicBezTo>
                  <a:cubicBezTo>
                    <a:pt x="234" y="835"/>
                    <a:pt x="134" y="969"/>
                    <a:pt x="34" y="1136"/>
                  </a:cubicBezTo>
                  <a:cubicBezTo>
                    <a:pt x="1" y="1202"/>
                    <a:pt x="1" y="1269"/>
                    <a:pt x="1" y="1336"/>
                  </a:cubicBezTo>
                  <a:cubicBezTo>
                    <a:pt x="34" y="1402"/>
                    <a:pt x="67" y="1503"/>
                    <a:pt x="101" y="1569"/>
                  </a:cubicBezTo>
                  <a:cubicBezTo>
                    <a:pt x="201" y="1703"/>
                    <a:pt x="334" y="1836"/>
                    <a:pt x="501" y="1936"/>
                  </a:cubicBezTo>
                  <a:cubicBezTo>
                    <a:pt x="634" y="2003"/>
                    <a:pt x="801" y="2036"/>
                    <a:pt x="968" y="2070"/>
                  </a:cubicBezTo>
                  <a:cubicBezTo>
                    <a:pt x="1168" y="2070"/>
                    <a:pt x="1368" y="2103"/>
                    <a:pt x="1568" y="2103"/>
                  </a:cubicBezTo>
                  <a:cubicBezTo>
                    <a:pt x="1602" y="2136"/>
                    <a:pt x="1602" y="2203"/>
                    <a:pt x="1635" y="2236"/>
                  </a:cubicBezTo>
                  <a:cubicBezTo>
                    <a:pt x="1669" y="2336"/>
                    <a:pt x="1735" y="2403"/>
                    <a:pt x="1802" y="2503"/>
                  </a:cubicBezTo>
                  <a:cubicBezTo>
                    <a:pt x="1850" y="2576"/>
                    <a:pt x="1969" y="2701"/>
                    <a:pt x="2068" y="2701"/>
                  </a:cubicBezTo>
                  <a:cubicBezTo>
                    <a:pt x="2106" y="2701"/>
                    <a:pt x="2141" y="2683"/>
                    <a:pt x="2169" y="2637"/>
                  </a:cubicBezTo>
                  <a:cubicBezTo>
                    <a:pt x="2236" y="2570"/>
                    <a:pt x="2269" y="2503"/>
                    <a:pt x="2269" y="2437"/>
                  </a:cubicBezTo>
                  <a:cubicBezTo>
                    <a:pt x="2302" y="2370"/>
                    <a:pt x="2336" y="2303"/>
                    <a:pt x="2369" y="2270"/>
                  </a:cubicBezTo>
                  <a:cubicBezTo>
                    <a:pt x="2402" y="2270"/>
                    <a:pt x="2436" y="2236"/>
                    <a:pt x="2469" y="2203"/>
                  </a:cubicBezTo>
                  <a:cubicBezTo>
                    <a:pt x="2469" y="2170"/>
                    <a:pt x="2436" y="2103"/>
                    <a:pt x="2369" y="2103"/>
                  </a:cubicBezTo>
                  <a:cubicBezTo>
                    <a:pt x="2336" y="2070"/>
                    <a:pt x="2269" y="2070"/>
                    <a:pt x="2236" y="2036"/>
                  </a:cubicBezTo>
                  <a:cubicBezTo>
                    <a:pt x="2302" y="2003"/>
                    <a:pt x="2369" y="2003"/>
                    <a:pt x="2436" y="1970"/>
                  </a:cubicBezTo>
                  <a:cubicBezTo>
                    <a:pt x="2502" y="1936"/>
                    <a:pt x="2603" y="1903"/>
                    <a:pt x="2669" y="1869"/>
                  </a:cubicBezTo>
                  <a:cubicBezTo>
                    <a:pt x="2836" y="1736"/>
                    <a:pt x="3036" y="1636"/>
                    <a:pt x="3270" y="1569"/>
                  </a:cubicBezTo>
                  <a:cubicBezTo>
                    <a:pt x="3311" y="1561"/>
                    <a:pt x="3355" y="1557"/>
                    <a:pt x="3400" y="1557"/>
                  </a:cubicBezTo>
                  <a:cubicBezTo>
                    <a:pt x="3534" y="1557"/>
                    <a:pt x="3678" y="1594"/>
                    <a:pt x="3803" y="1669"/>
                  </a:cubicBezTo>
                  <a:cubicBezTo>
                    <a:pt x="3903" y="1736"/>
                    <a:pt x="3970" y="1803"/>
                    <a:pt x="4004" y="1869"/>
                  </a:cubicBezTo>
                  <a:cubicBezTo>
                    <a:pt x="4037" y="1903"/>
                    <a:pt x="4104" y="1970"/>
                    <a:pt x="4137" y="1970"/>
                  </a:cubicBezTo>
                  <a:cubicBezTo>
                    <a:pt x="4204" y="1936"/>
                    <a:pt x="4204" y="1836"/>
                    <a:pt x="4204" y="1803"/>
                  </a:cubicBezTo>
                  <a:cubicBezTo>
                    <a:pt x="4170" y="1703"/>
                    <a:pt x="4170" y="1569"/>
                    <a:pt x="4104" y="1469"/>
                  </a:cubicBezTo>
                  <a:cubicBezTo>
                    <a:pt x="4070" y="1402"/>
                    <a:pt x="4037" y="1336"/>
                    <a:pt x="4004" y="1269"/>
                  </a:cubicBezTo>
                  <a:cubicBezTo>
                    <a:pt x="3937" y="1236"/>
                    <a:pt x="3937" y="1136"/>
                    <a:pt x="4004" y="1102"/>
                  </a:cubicBezTo>
                  <a:lnTo>
                    <a:pt x="4070" y="1002"/>
                  </a:lnTo>
                  <a:cubicBezTo>
                    <a:pt x="4137" y="802"/>
                    <a:pt x="4170" y="602"/>
                    <a:pt x="4137" y="435"/>
                  </a:cubicBezTo>
                  <a:cubicBezTo>
                    <a:pt x="4070" y="435"/>
                    <a:pt x="3970" y="468"/>
                    <a:pt x="3903" y="535"/>
                  </a:cubicBezTo>
                  <a:lnTo>
                    <a:pt x="3870" y="602"/>
                  </a:lnTo>
                  <a:cubicBezTo>
                    <a:pt x="3803" y="635"/>
                    <a:pt x="3737" y="702"/>
                    <a:pt x="3670" y="735"/>
                  </a:cubicBezTo>
                  <a:cubicBezTo>
                    <a:pt x="3543" y="837"/>
                    <a:pt x="3396" y="881"/>
                    <a:pt x="3244" y="881"/>
                  </a:cubicBezTo>
                  <a:cubicBezTo>
                    <a:pt x="3197" y="881"/>
                    <a:pt x="3150" y="877"/>
                    <a:pt x="3103" y="869"/>
                  </a:cubicBezTo>
                  <a:cubicBezTo>
                    <a:pt x="3003" y="835"/>
                    <a:pt x="2903" y="802"/>
                    <a:pt x="2836" y="735"/>
                  </a:cubicBezTo>
                  <a:cubicBezTo>
                    <a:pt x="2869" y="735"/>
                    <a:pt x="2869" y="669"/>
                    <a:pt x="2869" y="635"/>
                  </a:cubicBezTo>
                  <a:cubicBezTo>
                    <a:pt x="2836" y="569"/>
                    <a:pt x="2769" y="535"/>
                    <a:pt x="2703" y="502"/>
                  </a:cubicBezTo>
                  <a:cubicBezTo>
                    <a:pt x="2669" y="502"/>
                    <a:pt x="2536" y="402"/>
                    <a:pt x="2436" y="368"/>
                  </a:cubicBezTo>
                  <a:cubicBezTo>
                    <a:pt x="2236" y="235"/>
                    <a:pt x="2035" y="202"/>
                    <a:pt x="1869" y="102"/>
                  </a:cubicBezTo>
                  <a:cubicBezTo>
                    <a:pt x="1783" y="37"/>
                    <a:pt x="1696" y="0"/>
                    <a:pt x="16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4"/>
            <p:cNvSpPr/>
            <p:nvPr/>
          </p:nvSpPr>
          <p:spPr>
            <a:xfrm>
              <a:off x="4353725" y="4125912"/>
              <a:ext cx="162779" cy="104312"/>
            </a:xfrm>
            <a:custGeom>
              <a:avLst/>
              <a:gdLst/>
              <a:ahLst/>
              <a:cxnLst/>
              <a:rect l="l" t="t" r="r" b="b"/>
              <a:pathLst>
                <a:path w="4204" h="2694" extrusionOk="0">
                  <a:moveTo>
                    <a:pt x="1642" y="1"/>
                  </a:moveTo>
                  <a:cubicBezTo>
                    <a:pt x="1578" y="1"/>
                    <a:pt x="1509" y="17"/>
                    <a:pt x="1434" y="47"/>
                  </a:cubicBezTo>
                  <a:cubicBezTo>
                    <a:pt x="1368" y="81"/>
                    <a:pt x="1301" y="147"/>
                    <a:pt x="1268" y="214"/>
                  </a:cubicBezTo>
                  <a:cubicBezTo>
                    <a:pt x="1234" y="247"/>
                    <a:pt x="1201" y="281"/>
                    <a:pt x="1168" y="347"/>
                  </a:cubicBezTo>
                  <a:cubicBezTo>
                    <a:pt x="1101" y="347"/>
                    <a:pt x="1001" y="381"/>
                    <a:pt x="934" y="414"/>
                  </a:cubicBezTo>
                  <a:cubicBezTo>
                    <a:pt x="734" y="481"/>
                    <a:pt x="567" y="581"/>
                    <a:pt x="400" y="714"/>
                  </a:cubicBezTo>
                  <a:cubicBezTo>
                    <a:pt x="234" y="814"/>
                    <a:pt x="133" y="981"/>
                    <a:pt x="33" y="1148"/>
                  </a:cubicBezTo>
                  <a:cubicBezTo>
                    <a:pt x="0" y="1181"/>
                    <a:pt x="0" y="1248"/>
                    <a:pt x="0" y="1315"/>
                  </a:cubicBezTo>
                  <a:cubicBezTo>
                    <a:pt x="33" y="1415"/>
                    <a:pt x="67" y="1482"/>
                    <a:pt x="100" y="1548"/>
                  </a:cubicBezTo>
                  <a:cubicBezTo>
                    <a:pt x="200" y="1715"/>
                    <a:pt x="334" y="1849"/>
                    <a:pt x="500" y="1915"/>
                  </a:cubicBezTo>
                  <a:cubicBezTo>
                    <a:pt x="634" y="1982"/>
                    <a:pt x="801" y="2049"/>
                    <a:pt x="967" y="2049"/>
                  </a:cubicBezTo>
                  <a:cubicBezTo>
                    <a:pt x="1168" y="2082"/>
                    <a:pt x="1368" y="2082"/>
                    <a:pt x="1568" y="2082"/>
                  </a:cubicBezTo>
                  <a:cubicBezTo>
                    <a:pt x="1601" y="2149"/>
                    <a:pt x="1601" y="2182"/>
                    <a:pt x="1635" y="2215"/>
                  </a:cubicBezTo>
                  <a:cubicBezTo>
                    <a:pt x="1668" y="2316"/>
                    <a:pt x="1735" y="2416"/>
                    <a:pt x="1801" y="2482"/>
                  </a:cubicBezTo>
                  <a:cubicBezTo>
                    <a:pt x="1852" y="2559"/>
                    <a:pt x="1981" y="2694"/>
                    <a:pt x="2099" y="2694"/>
                  </a:cubicBezTo>
                  <a:cubicBezTo>
                    <a:pt x="2135" y="2694"/>
                    <a:pt x="2170" y="2681"/>
                    <a:pt x="2202" y="2649"/>
                  </a:cubicBezTo>
                  <a:cubicBezTo>
                    <a:pt x="2235" y="2582"/>
                    <a:pt x="2268" y="2482"/>
                    <a:pt x="2268" y="2416"/>
                  </a:cubicBezTo>
                  <a:cubicBezTo>
                    <a:pt x="2302" y="2349"/>
                    <a:pt x="2335" y="2282"/>
                    <a:pt x="2402" y="2249"/>
                  </a:cubicBezTo>
                  <a:cubicBezTo>
                    <a:pt x="2402" y="2249"/>
                    <a:pt x="2468" y="2215"/>
                    <a:pt x="2468" y="2182"/>
                  </a:cubicBezTo>
                  <a:cubicBezTo>
                    <a:pt x="2468" y="2149"/>
                    <a:pt x="2435" y="2115"/>
                    <a:pt x="2402" y="2082"/>
                  </a:cubicBezTo>
                  <a:cubicBezTo>
                    <a:pt x="2335" y="2082"/>
                    <a:pt x="2268" y="2049"/>
                    <a:pt x="2235" y="2015"/>
                  </a:cubicBezTo>
                  <a:cubicBezTo>
                    <a:pt x="2302" y="2015"/>
                    <a:pt x="2368" y="1982"/>
                    <a:pt x="2435" y="1982"/>
                  </a:cubicBezTo>
                  <a:cubicBezTo>
                    <a:pt x="2535" y="1949"/>
                    <a:pt x="2602" y="1915"/>
                    <a:pt x="2669" y="1849"/>
                  </a:cubicBezTo>
                  <a:cubicBezTo>
                    <a:pt x="2869" y="1715"/>
                    <a:pt x="3069" y="1648"/>
                    <a:pt x="3269" y="1582"/>
                  </a:cubicBezTo>
                  <a:cubicBezTo>
                    <a:pt x="3319" y="1573"/>
                    <a:pt x="3369" y="1569"/>
                    <a:pt x="3419" y="1569"/>
                  </a:cubicBezTo>
                  <a:cubicBezTo>
                    <a:pt x="3567" y="1569"/>
                    <a:pt x="3711" y="1607"/>
                    <a:pt x="3836" y="1682"/>
                  </a:cubicBezTo>
                  <a:cubicBezTo>
                    <a:pt x="3903" y="1715"/>
                    <a:pt x="3970" y="1782"/>
                    <a:pt x="4036" y="1882"/>
                  </a:cubicBezTo>
                  <a:cubicBezTo>
                    <a:pt x="4063" y="1909"/>
                    <a:pt x="4090" y="1958"/>
                    <a:pt x="4135" y="1958"/>
                  </a:cubicBezTo>
                  <a:cubicBezTo>
                    <a:pt x="4145" y="1958"/>
                    <a:pt x="4157" y="1955"/>
                    <a:pt x="4170" y="1949"/>
                  </a:cubicBezTo>
                  <a:cubicBezTo>
                    <a:pt x="4203" y="1915"/>
                    <a:pt x="4203" y="1815"/>
                    <a:pt x="4203" y="1782"/>
                  </a:cubicBezTo>
                  <a:cubicBezTo>
                    <a:pt x="4203" y="1682"/>
                    <a:pt x="4170" y="1548"/>
                    <a:pt x="4103" y="1482"/>
                  </a:cubicBezTo>
                  <a:cubicBezTo>
                    <a:pt x="4070" y="1382"/>
                    <a:pt x="4036" y="1315"/>
                    <a:pt x="3970" y="1248"/>
                  </a:cubicBezTo>
                  <a:cubicBezTo>
                    <a:pt x="3936" y="1215"/>
                    <a:pt x="3936" y="1115"/>
                    <a:pt x="3970" y="1081"/>
                  </a:cubicBezTo>
                  <a:cubicBezTo>
                    <a:pt x="4003" y="1048"/>
                    <a:pt x="4036" y="1015"/>
                    <a:pt x="4070" y="981"/>
                  </a:cubicBezTo>
                  <a:cubicBezTo>
                    <a:pt x="4136" y="781"/>
                    <a:pt x="4170" y="614"/>
                    <a:pt x="4136" y="414"/>
                  </a:cubicBezTo>
                  <a:cubicBezTo>
                    <a:pt x="4070" y="414"/>
                    <a:pt x="3970" y="448"/>
                    <a:pt x="3903" y="548"/>
                  </a:cubicBezTo>
                  <a:lnTo>
                    <a:pt x="3869" y="581"/>
                  </a:lnTo>
                  <a:cubicBezTo>
                    <a:pt x="3803" y="648"/>
                    <a:pt x="3736" y="681"/>
                    <a:pt x="3669" y="748"/>
                  </a:cubicBezTo>
                  <a:cubicBezTo>
                    <a:pt x="3544" y="823"/>
                    <a:pt x="3400" y="860"/>
                    <a:pt x="3252" y="860"/>
                  </a:cubicBezTo>
                  <a:cubicBezTo>
                    <a:pt x="3202" y="860"/>
                    <a:pt x="3152" y="856"/>
                    <a:pt x="3102" y="848"/>
                  </a:cubicBezTo>
                  <a:cubicBezTo>
                    <a:pt x="3002" y="814"/>
                    <a:pt x="2902" y="781"/>
                    <a:pt x="2835" y="748"/>
                  </a:cubicBezTo>
                  <a:cubicBezTo>
                    <a:pt x="2869" y="714"/>
                    <a:pt x="2869" y="681"/>
                    <a:pt x="2869" y="614"/>
                  </a:cubicBezTo>
                  <a:cubicBezTo>
                    <a:pt x="2835" y="581"/>
                    <a:pt x="2769" y="548"/>
                    <a:pt x="2702" y="514"/>
                  </a:cubicBezTo>
                  <a:cubicBezTo>
                    <a:pt x="2635" y="481"/>
                    <a:pt x="2535" y="381"/>
                    <a:pt x="2435" y="347"/>
                  </a:cubicBezTo>
                  <a:cubicBezTo>
                    <a:pt x="2235" y="247"/>
                    <a:pt x="2035" y="181"/>
                    <a:pt x="1868" y="81"/>
                  </a:cubicBezTo>
                  <a:cubicBezTo>
                    <a:pt x="1795" y="26"/>
                    <a:pt x="1721" y="1"/>
                    <a:pt x="16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4"/>
            <p:cNvSpPr/>
            <p:nvPr/>
          </p:nvSpPr>
          <p:spPr>
            <a:xfrm>
              <a:off x="5623658" y="3195952"/>
              <a:ext cx="164057" cy="104583"/>
            </a:xfrm>
            <a:custGeom>
              <a:avLst/>
              <a:gdLst/>
              <a:ahLst/>
              <a:cxnLst/>
              <a:rect l="l" t="t" r="r" b="b"/>
              <a:pathLst>
                <a:path w="4237" h="2701" extrusionOk="0">
                  <a:moveTo>
                    <a:pt x="1618" y="0"/>
                  </a:moveTo>
                  <a:cubicBezTo>
                    <a:pt x="1567" y="0"/>
                    <a:pt x="1516" y="11"/>
                    <a:pt x="1468" y="35"/>
                  </a:cubicBezTo>
                  <a:cubicBezTo>
                    <a:pt x="1402" y="102"/>
                    <a:pt x="1335" y="168"/>
                    <a:pt x="1268" y="235"/>
                  </a:cubicBezTo>
                  <a:cubicBezTo>
                    <a:pt x="1235" y="268"/>
                    <a:pt x="1235" y="302"/>
                    <a:pt x="1201" y="335"/>
                  </a:cubicBezTo>
                  <a:cubicBezTo>
                    <a:pt x="1101" y="368"/>
                    <a:pt x="1035" y="402"/>
                    <a:pt x="968" y="402"/>
                  </a:cubicBezTo>
                  <a:cubicBezTo>
                    <a:pt x="768" y="502"/>
                    <a:pt x="601" y="602"/>
                    <a:pt x="434" y="735"/>
                  </a:cubicBezTo>
                  <a:cubicBezTo>
                    <a:pt x="267" y="835"/>
                    <a:pt x="134" y="969"/>
                    <a:pt x="67" y="1136"/>
                  </a:cubicBezTo>
                  <a:cubicBezTo>
                    <a:pt x="1" y="1202"/>
                    <a:pt x="1" y="1269"/>
                    <a:pt x="1" y="1336"/>
                  </a:cubicBezTo>
                  <a:cubicBezTo>
                    <a:pt x="34" y="1402"/>
                    <a:pt x="67" y="1503"/>
                    <a:pt x="134" y="1569"/>
                  </a:cubicBezTo>
                  <a:cubicBezTo>
                    <a:pt x="234" y="1736"/>
                    <a:pt x="367" y="1836"/>
                    <a:pt x="501" y="1936"/>
                  </a:cubicBezTo>
                  <a:cubicBezTo>
                    <a:pt x="668" y="2003"/>
                    <a:pt x="834" y="2036"/>
                    <a:pt x="968" y="2070"/>
                  </a:cubicBezTo>
                  <a:cubicBezTo>
                    <a:pt x="1168" y="2103"/>
                    <a:pt x="1368" y="2103"/>
                    <a:pt x="1602" y="2103"/>
                  </a:cubicBezTo>
                  <a:cubicBezTo>
                    <a:pt x="1602" y="2136"/>
                    <a:pt x="1635" y="2203"/>
                    <a:pt x="1668" y="2236"/>
                  </a:cubicBezTo>
                  <a:cubicBezTo>
                    <a:pt x="1702" y="2336"/>
                    <a:pt x="1735" y="2403"/>
                    <a:pt x="1802" y="2503"/>
                  </a:cubicBezTo>
                  <a:cubicBezTo>
                    <a:pt x="1874" y="2576"/>
                    <a:pt x="1982" y="2701"/>
                    <a:pt x="2086" y="2701"/>
                  </a:cubicBezTo>
                  <a:cubicBezTo>
                    <a:pt x="2126" y="2701"/>
                    <a:pt x="2165" y="2683"/>
                    <a:pt x="2202" y="2637"/>
                  </a:cubicBezTo>
                  <a:cubicBezTo>
                    <a:pt x="2235" y="2570"/>
                    <a:pt x="2269" y="2503"/>
                    <a:pt x="2302" y="2437"/>
                  </a:cubicBezTo>
                  <a:cubicBezTo>
                    <a:pt x="2302" y="2370"/>
                    <a:pt x="2336" y="2303"/>
                    <a:pt x="2402" y="2270"/>
                  </a:cubicBezTo>
                  <a:cubicBezTo>
                    <a:pt x="2436" y="2270"/>
                    <a:pt x="2469" y="2236"/>
                    <a:pt x="2469" y="2203"/>
                  </a:cubicBezTo>
                  <a:cubicBezTo>
                    <a:pt x="2502" y="2170"/>
                    <a:pt x="2436" y="2103"/>
                    <a:pt x="2402" y="2103"/>
                  </a:cubicBezTo>
                  <a:cubicBezTo>
                    <a:pt x="2336" y="2070"/>
                    <a:pt x="2302" y="2070"/>
                    <a:pt x="2235" y="2036"/>
                  </a:cubicBezTo>
                  <a:cubicBezTo>
                    <a:pt x="2302" y="2036"/>
                    <a:pt x="2402" y="2003"/>
                    <a:pt x="2469" y="1970"/>
                  </a:cubicBezTo>
                  <a:cubicBezTo>
                    <a:pt x="2536" y="1970"/>
                    <a:pt x="2636" y="1903"/>
                    <a:pt x="2702" y="1869"/>
                  </a:cubicBezTo>
                  <a:cubicBezTo>
                    <a:pt x="2869" y="1736"/>
                    <a:pt x="3069" y="1636"/>
                    <a:pt x="3270" y="1603"/>
                  </a:cubicBezTo>
                  <a:cubicBezTo>
                    <a:pt x="3340" y="1579"/>
                    <a:pt x="3411" y="1568"/>
                    <a:pt x="3481" y="1568"/>
                  </a:cubicBezTo>
                  <a:cubicBezTo>
                    <a:pt x="3607" y="1568"/>
                    <a:pt x="3729" y="1605"/>
                    <a:pt x="3837" y="1669"/>
                  </a:cubicBezTo>
                  <a:cubicBezTo>
                    <a:pt x="3903" y="1736"/>
                    <a:pt x="3970" y="1803"/>
                    <a:pt x="4037" y="1869"/>
                  </a:cubicBezTo>
                  <a:cubicBezTo>
                    <a:pt x="4070" y="1903"/>
                    <a:pt x="4137" y="1970"/>
                    <a:pt x="4170" y="1970"/>
                  </a:cubicBezTo>
                  <a:cubicBezTo>
                    <a:pt x="4237" y="1936"/>
                    <a:pt x="4204" y="1836"/>
                    <a:pt x="4204" y="1803"/>
                  </a:cubicBezTo>
                  <a:cubicBezTo>
                    <a:pt x="4204" y="1669"/>
                    <a:pt x="4170" y="1569"/>
                    <a:pt x="4137" y="1469"/>
                  </a:cubicBezTo>
                  <a:cubicBezTo>
                    <a:pt x="4103" y="1402"/>
                    <a:pt x="4037" y="1336"/>
                    <a:pt x="4003" y="1269"/>
                  </a:cubicBezTo>
                  <a:cubicBezTo>
                    <a:pt x="3937" y="1202"/>
                    <a:pt x="3937" y="1136"/>
                    <a:pt x="4003" y="1102"/>
                  </a:cubicBezTo>
                  <a:cubicBezTo>
                    <a:pt x="4037" y="1036"/>
                    <a:pt x="4070" y="1002"/>
                    <a:pt x="4070" y="969"/>
                  </a:cubicBezTo>
                  <a:cubicBezTo>
                    <a:pt x="4137" y="802"/>
                    <a:pt x="4170" y="602"/>
                    <a:pt x="4170" y="435"/>
                  </a:cubicBezTo>
                  <a:cubicBezTo>
                    <a:pt x="4070" y="435"/>
                    <a:pt x="4003" y="468"/>
                    <a:pt x="3937" y="535"/>
                  </a:cubicBezTo>
                  <a:lnTo>
                    <a:pt x="3870" y="602"/>
                  </a:lnTo>
                  <a:cubicBezTo>
                    <a:pt x="3803" y="635"/>
                    <a:pt x="3770" y="702"/>
                    <a:pt x="3703" y="735"/>
                  </a:cubicBezTo>
                  <a:cubicBezTo>
                    <a:pt x="3539" y="818"/>
                    <a:pt x="3374" y="877"/>
                    <a:pt x="3209" y="877"/>
                  </a:cubicBezTo>
                  <a:cubicBezTo>
                    <a:pt x="3174" y="877"/>
                    <a:pt x="3138" y="875"/>
                    <a:pt x="3103" y="869"/>
                  </a:cubicBezTo>
                  <a:cubicBezTo>
                    <a:pt x="3003" y="835"/>
                    <a:pt x="2936" y="802"/>
                    <a:pt x="2836" y="735"/>
                  </a:cubicBezTo>
                  <a:cubicBezTo>
                    <a:pt x="2869" y="735"/>
                    <a:pt x="2903" y="669"/>
                    <a:pt x="2869" y="635"/>
                  </a:cubicBezTo>
                  <a:cubicBezTo>
                    <a:pt x="2836" y="569"/>
                    <a:pt x="2769" y="535"/>
                    <a:pt x="2702" y="502"/>
                  </a:cubicBezTo>
                  <a:cubicBezTo>
                    <a:pt x="2636" y="468"/>
                    <a:pt x="2536" y="402"/>
                    <a:pt x="2436" y="335"/>
                  </a:cubicBezTo>
                  <a:cubicBezTo>
                    <a:pt x="2269" y="235"/>
                    <a:pt x="2069" y="202"/>
                    <a:pt x="1869" y="102"/>
                  </a:cubicBezTo>
                  <a:cubicBezTo>
                    <a:pt x="1804" y="37"/>
                    <a:pt x="1712" y="0"/>
                    <a:pt x="16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4"/>
            <p:cNvSpPr/>
            <p:nvPr/>
          </p:nvSpPr>
          <p:spPr>
            <a:xfrm>
              <a:off x="8185080" y="3961698"/>
              <a:ext cx="162779" cy="104621"/>
            </a:xfrm>
            <a:custGeom>
              <a:avLst/>
              <a:gdLst/>
              <a:ahLst/>
              <a:cxnLst/>
              <a:rect l="l" t="t" r="r" b="b"/>
              <a:pathLst>
                <a:path w="4204" h="2702" extrusionOk="0">
                  <a:moveTo>
                    <a:pt x="1601" y="1"/>
                  </a:moveTo>
                  <a:cubicBezTo>
                    <a:pt x="1549" y="1"/>
                    <a:pt x="1494" y="12"/>
                    <a:pt x="1435" y="35"/>
                  </a:cubicBezTo>
                  <a:cubicBezTo>
                    <a:pt x="1368" y="102"/>
                    <a:pt x="1302" y="136"/>
                    <a:pt x="1268" y="236"/>
                  </a:cubicBezTo>
                  <a:cubicBezTo>
                    <a:pt x="1235" y="269"/>
                    <a:pt x="1202" y="302"/>
                    <a:pt x="1168" y="336"/>
                  </a:cubicBezTo>
                  <a:cubicBezTo>
                    <a:pt x="1101" y="369"/>
                    <a:pt x="1001" y="369"/>
                    <a:pt x="935" y="402"/>
                  </a:cubicBezTo>
                  <a:cubicBezTo>
                    <a:pt x="735" y="502"/>
                    <a:pt x="568" y="603"/>
                    <a:pt x="401" y="736"/>
                  </a:cubicBezTo>
                  <a:cubicBezTo>
                    <a:pt x="234" y="836"/>
                    <a:pt x="134" y="969"/>
                    <a:pt x="34" y="1136"/>
                  </a:cubicBezTo>
                  <a:cubicBezTo>
                    <a:pt x="1" y="1203"/>
                    <a:pt x="1" y="1270"/>
                    <a:pt x="1" y="1336"/>
                  </a:cubicBezTo>
                  <a:cubicBezTo>
                    <a:pt x="34" y="1403"/>
                    <a:pt x="67" y="1503"/>
                    <a:pt x="101" y="1570"/>
                  </a:cubicBezTo>
                  <a:cubicBezTo>
                    <a:pt x="201" y="1703"/>
                    <a:pt x="334" y="1837"/>
                    <a:pt x="501" y="1937"/>
                  </a:cubicBezTo>
                  <a:cubicBezTo>
                    <a:pt x="634" y="2004"/>
                    <a:pt x="801" y="2037"/>
                    <a:pt x="968" y="2070"/>
                  </a:cubicBezTo>
                  <a:cubicBezTo>
                    <a:pt x="1168" y="2070"/>
                    <a:pt x="1368" y="2104"/>
                    <a:pt x="1568" y="2104"/>
                  </a:cubicBezTo>
                  <a:cubicBezTo>
                    <a:pt x="1602" y="2137"/>
                    <a:pt x="1602" y="2170"/>
                    <a:pt x="1635" y="2237"/>
                  </a:cubicBezTo>
                  <a:cubicBezTo>
                    <a:pt x="1669" y="2337"/>
                    <a:pt x="1735" y="2404"/>
                    <a:pt x="1802" y="2504"/>
                  </a:cubicBezTo>
                  <a:cubicBezTo>
                    <a:pt x="1850" y="2576"/>
                    <a:pt x="1969" y="2701"/>
                    <a:pt x="2068" y="2701"/>
                  </a:cubicBezTo>
                  <a:cubicBezTo>
                    <a:pt x="2106" y="2701"/>
                    <a:pt x="2141" y="2683"/>
                    <a:pt x="2169" y="2637"/>
                  </a:cubicBezTo>
                  <a:cubicBezTo>
                    <a:pt x="2236" y="2571"/>
                    <a:pt x="2269" y="2504"/>
                    <a:pt x="2269" y="2437"/>
                  </a:cubicBezTo>
                  <a:cubicBezTo>
                    <a:pt x="2302" y="2370"/>
                    <a:pt x="2336" y="2304"/>
                    <a:pt x="2369" y="2270"/>
                  </a:cubicBezTo>
                  <a:cubicBezTo>
                    <a:pt x="2402" y="2270"/>
                    <a:pt x="2436" y="2237"/>
                    <a:pt x="2469" y="2204"/>
                  </a:cubicBezTo>
                  <a:cubicBezTo>
                    <a:pt x="2469" y="2170"/>
                    <a:pt x="2436" y="2104"/>
                    <a:pt x="2369" y="2104"/>
                  </a:cubicBezTo>
                  <a:cubicBezTo>
                    <a:pt x="2336" y="2070"/>
                    <a:pt x="2269" y="2037"/>
                    <a:pt x="2236" y="2037"/>
                  </a:cubicBezTo>
                  <a:cubicBezTo>
                    <a:pt x="2302" y="2004"/>
                    <a:pt x="2369" y="2004"/>
                    <a:pt x="2436" y="1970"/>
                  </a:cubicBezTo>
                  <a:cubicBezTo>
                    <a:pt x="2502" y="1937"/>
                    <a:pt x="2603" y="1903"/>
                    <a:pt x="2669" y="1870"/>
                  </a:cubicBezTo>
                  <a:cubicBezTo>
                    <a:pt x="2836" y="1737"/>
                    <a:pt x="3036" y="1637"/>
                    <a:pt x="3270" y="1570"/>
                  </a:cubicBezTo>
                  <a:cubicBezTo>
                    <a:pt x="3311" y="1562"/>
                    <a:pt x="3355" y="1557"/>
                    <a:pt x="3400" y="1557"/>
                  </a:cubicBezTo>
                  <a:cubicBezTo>
                    <a:pt x="3534" y="1557"/>
                    <a:pt x="3678" y="1595"/>
                    <a:pt x="3803" y="1670"/>
                  </a:cubicBezTo>
                  <a:cubicBezTo>
                    <a:pt x="3903" y="1737"/>
                    <a:pt x="3970" y="1803"/>
                    <a:pt x="4037" y="1870"/>
                  </a:cubicBezTo>
                  <a:cubicBezTo>
                    <a:pt x="4037" y="1903"/>
                    <a:pt x="4104" y="1970"/>
                    <a:pt x="4137" y="1970"/>
                  </a:cubicBezTo>
                  <a:cubicBezTo>
                    <a:pt x="4204" y="1937"/>
                    <a:pt x="4204" y="1837"/>
                    <a:pt x="4204" y="1803"/>
                  </a:cubicBezTo>
                  <a:cubicBezTo>
                    <a:pt x="4170" y="1670"/>
                    <a:pt x="4137" y="1570"/>
                    <a:pt x="4104" y="1470"/>
                  </a:cubicBezTo>
                  <a:cubicBezTo>
                    <a:pt x="4070" y="1403"/>
                    <a:pt x="4037" y="1336"/>
                    <a:pt x="3970" y="1270"/>
                  </a:cubicBezTo>
                  <a:cubicBezTo>
                    <a:pt x="3937" y="1203"/>
                    <a:pt x="3937" y="1170"/>
                    <a:pt x="3970" y="1103"/>
                  </a:cubicBezTo>
                  <a:cubicBezTo>
                    <a:pt x="4004" y="1070"/>
                    <a:pt x="4037" y="1036"/>
                    <a:pt x="4070" y="969"/>
                  </a:cubicBezTo>
                  <a:cubicBezTo>
                    <a:pt x="4137" y="803"/>
                    <a:pt x="4170" y="603"/>
                    <a:pt x="4137" y="436"/>
                  </a:cubicBezTo>
                  <a:cubicBezTo>
                    <a:pt x="4070" y="436"/>
                    <a:pt x="3970" y="469"/>
                    <a:pt x="3903" y="536"/>
                  </a:cubicBezTo>
                  <a:lnTo>
                    <a:pt x="3870" y="603"/>
                  </a:lnTo>
                  <a:cubicBezTo>
                    <a:pt x="3803" y="636"/>
                    <a:pt x="3737" y="703"/>
                    <a:pt x="3670" y="736"/>
                  </a:cubicBezTo>
                  <a:cubicBezTo>
                    <a:pt x="3543" y="838"/>
                    <a:pt x="3396" y="881"/>
                    <a:pt x="3244" y="881"/>
                  </a:cubicBezTo>
                  <a:cubicBezTo>
                    <a:pt x="3197" y="881"/>
                    <a:pt x="3150" y="877"/>
                    <a:pt x="3103" y="869"/>
                  </a:cubicBezTo>
                  <a:cubicBezTo>
                    <a:pt x="3003" y="836"/>
                    <a:pt x="2903" y="803"/>
                    <a:pt x="2836" y="736"/>
                  </a:cubicBezTo>
                  <a:cubicBezTo>
                    <a:pt x="2869" y="703"/>
                    <a:pt x="2869" y="669"/>
                    <a:pt x="2869" y="636"/>
                  </a:cubicBezTo>
                  <a:cubicBezTo>
                    <a:pt x="2836" y="569"/>
                    <a:pt x="2769" y="536"/>
                    <a:pt x="2703" y="502"/>
                  </a:cubicBezTo>
                  <a:cubicBezTo>
                    <a:pt x="2636" y="469"/>
                    <a:pt x="2536" y="402"/>
                    <a:pt x="2436" y="336"/>
                  </a:cubicBezTo>
                  <a:cubicBezTo>
                    <a:pt x="2236" y="236"/>
                    <a:pt x="2035" y="202"/>
                    <a:pt x="1869" y="102"/>
                  </a:cubicBezTo>
                  <a:cubicBezTo>
                    <a:pt x="1783" y="38"/>
                    <a:pt x="1696" y="1"/>
                    <a:pt x="16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4"/>
            <p:cNvSpPr/>
            <p:nvPr/>
          </p:nvSpPr>
          <p:spPr>
            <a:xfrm>
              <a:off x="6063797" y="4126895"/>
              <a:ext cx="164057" cy="102337"/>
            </a:xfrm>
            <a:custGeom>
              <a:avLst/>
              <a:gdLst/>
              <a:ahLst/>
              <a:cxnLst/>
              <a:rect l="l" t="t" r="r" b="b"/>
              <a:pathLst>
                <a:path w="4237" h="2643" extrusionOk="0">
                  <a:moveTo>
                    <a:pt x="1554" y="0"/>
                  </a:moveTo>
                  <a:cubicBezTo>
                    <a:pt x="1503" y="0"/>
                    <a:pt x="1452" y="11"/>
                    <a:pt x="1401" y="37"/>
                  </a:cubicBezTo>
                  <a:cubicBezTo>
                    <a:pt x="1301" y="103"/>
                    <a:pt x="1268" y="170"/>
                    <a:pt x="1201" y="237"/>
                  </a:cubicBezTo>
                  <a:cubicBezTo>
                    <a:pt x="1168" y="270"/>
                    <a:pt x="1168" y="337"/>
                    <a:pt x="1134" y="370"/>
                  </a:cubicBezTo>
                  <a:cubicBezTo>
                    <a:pt x="1068" y="404"/>
                    <a:pt x="968" y="404"/>
                    <a:pt x="901" y="470"/>
                  </a:cubicBezTo>
                  <a:cubicBezTo>
                    <a:pt x="701" y="537"/>
                    <a:pt x="534" y="670"/>
                    <a:pt x="367" y="804"/>
                  </a:cubicBezTo>
                  <a:cubicBezTo>
                    <a:pt x="234" y="904"/>
                    <a:pt x="100" y="1037"/>
                    <a:pt x="34" y="1204"/>
                  </a:cubicBezTo>
                  <a:cubicBezTo>
                    <a:pt x="0" y="1271"/>
                    <a:pt x="0" y="1338"/>
                    <a:pt x="0" y="1404"/>
                  </a:cubicBezTo>
                  <a:cubicBezTo>
                    <a:pt x="34" y="1471"/>
                    <a:pt x="100" y="1571"/>
                    <a:pt x="134" y="1638"/>
                  </a:cubicBezTo>
                  <a:cubicBezTo>
                    <a:pt x="234" y="1771"/>
                    <a:pt x="401" y="1905"/>
                    <a:pt x="567" y="1971"/>
                  </a:cubicBezTo>
                  <a:cubicBezTo>
                    <a:pt x="701" y="2038"/>
                    <a:pt x="868" y="2071"/>
                    <a:pt x="1034" y="2071"/>
                  </a:cubicBezTo>
                  <a:lnTo>
                    <a:pt x="1635" y="2071"/>
                  </a:lnTo>
                  <a:cubicBezTo>
                    <a:pt x="1668" y="2105"/>
                    <a:pt x="1668" y="2172"/>
                    <a:pt x="1702" y="2205"/>
                  </a:cubicBezTo>
                  <a:cubicBezTo>
                    <a:pt x="1768" y="2305"/>
                    <a:pt x="1802" y="2372"/>
                    <a:pt x="1868" y="2472"/>
                  </a:cubicBezTo>
                  <a:cubicBezTo>
                    <a:pt x="1938" y="2541"/>
                    <a:pt x="2055" y="2643"/>
                    <a:pt x="2154" y="2643"/>
                  </a:cubicBezTo>
                  <a:cubicBezTo>
                    <a:pt x="2198" y="2643"/>
                    <a:pt x="2238" y="2623"/>
                    <a:pt x="2269" y="2572"/>
                  </a:cubicBezTo>
                  <a:cubicBezTo>
                    <a:pt x="2335" y="2505"/>
                    <a:pt x="2335" y="2438"/>
                    <a:pt x="2369" y="2372"/>
                  </a:cubicBezTo>
                  <a:cubicBezTo>
                    <a:pt x="2369" y="2305"/>
                    <a:pt x="2402" y="2238"/>
                    <a:pt x="2469" y="2205"/>
                  </a:cubicBezTo>
                  <a:cubicBezTo>
                    <a:pt x="2502" y="2172"/>
                    <a:pt x="2502" y="2138"/>
                    <a:pt x="2535" y="2105"/>
                  </a:cubicBezTo>
                  <a:cubicBezTo>
                    <a:pt x="2569" y="2071"/>
                    <a:pt x="2502" y="2038"/>
                    <a:pt x="2435" y="2005"/>
                  </a:cubicBezTo>
                  <a:cubicBezTo>
                    <a:pt x="2402" y="2005"/>
                    <a:pt x="2335" y="1971"/>
                    <a:pt x="2302" y="1971"/>
                  </a:cubicBezTo>
                  <a:cubicBezTo>
                    <a:pt x="2369" y="1938"/>
                    <a:pt x="2435" y="1938"/>
                    <a:pt x="2502" y="1905"/>
                  </a:cubicBezTo>
                  <a:cubicBezTo>
                    <a:pt x="2569" y="1871"/>
                    <a:pt x="2669" y="1838"/>
                    <a:pt x="2736" y="1771"/>
                  </a:cubicBezTo>
                  <a:cubicBezTo>
                    <a:pt x="2902" y="1638"/>
                    <a:pt x="3103" y="1538"/>
                    <a:pt x="3303" y="1471"/>
                  </a:cubicBezTo>
                  <a:cubicBezTo>
                    <a:pt x="3362" y="1447"/>
                    <a:pt x="3425" y="1436"/>
                    <a:pt x="3491" y="1436"/>
                  </a:cubicBezTo>
                  <a:cubicBezTo>
                    <a:pt x="3611" y="1436"/>
                    <a:pt x="3741" y="1473"/>
                    <a:pt x="3870" y="1538"/>
                  </a:cubicBezTo>
                  <a:cubicBezTo>
                    <a:pt x="3936" y="1571"/>
                    <a:pt x="4003" y="1638"/>
                    <a:pt x="4070" y="1705"/>
                  </a:cubicBezTo>
                  <a:cubicBezTo>
                    <a:pt x="4097" y="1732"/>
                    <a:pt x="4146" y="1780"/>
                    <a:pt x="4181" y="1780"/>
                  </a:cubicBezTo>
                  <a:cubicBezTo>
                    <a:pt x="4189" y="1780"/>
                    <a:pt x="4197" y="1778"/>
                    <a:pt x="4203" y="1771"/>
                  </a:cubicBezTo>
                  <a:cubicBezTo>
                    <a:pt x="4237" y="1771"/>
                    <a:pt x="4237" y="1671"/>
                    <a:pt x="4237" y="1604"/>
                  </a:cubicBezTo>
                  <a:cubicBezTo>
                    <a:pt x="4237" y="1504"/>
                    <a:pt x="4170" y="1404"/>
                    <a:pt x="4137" y="1338"/>
                  </a:cubicBezTo>
                  <a:cubicBezTo>
                    <a:pt x="4103" y="1238"/>
                    <a:pt x="4037" y="1171"/>
                    <a:pt x="4003" y="1137"/>
                  </a:cubicBezTo>
                  <a:cubicBezTo>
                    <a:pt x="3936" y="1071"/>
                    <a:pt x="3936" y="1004"/>
                    <a:pt x="3970" y="937"/>
                  </a:cubicBezTo>
                  <a:cubicBezTo>
                    <a:pt x="4003" y="904"/>
                    <a:pt x="4037" y="871"/>
                    <a:pt x="4037" y="837"/>
                  </a:cubicBezTo>
                  <a:cubicBezTo>
                    <a:pt x="4103" y="637"/>
                    <a:pt x="4137" y="470"/>
                    <a:pt x="4103" y="270"/>
                  </a:cubicBezTo>
                  <a:cubicBezTo>
                    <a:pt x="4003" y="270"/>
                    <a:pt x="3936" y="337"/>
                    <a:pt x="3870" y="404"/>
                  </a:cubicBezTo>
                  <a:lnTo>
                    <a:pt x="3836" y="437"/>
                  </a:lnTo>
                  <a:cubicBezTo>
                    <a:pt x="3770" y="504"/>
                    <a:pt x="3736" y="570"/>
                    <a:pt x="3670" y="604"/>
                  </a:cubicBezTo>
                  <a:cubicBezTo>
                    <a:pt x="3531" y="714"/>
                    <a:pt x="3370" y="779"/>
                    <a:pt x="3205" y="779"/>
                  </a:cubicBezTo>
                  <a:cubicBezTo>
                    <a:pt x="3171" y="779"/>
                    <a:pt x="3137" y="776"/>
                    <a:pt x="3103" y="771"/>
                  </a:cubicBezTo>
                  <a:cubicBezTo>
                    <a:pt x="3002" y="737"/>
                    <a:pt x="2902" y="704"/>
                    <a:pt x="2802" y="670"/>
                  </a:cubicBezTo>
                  <a:cubicBezTo>
                    <a:pt x="2836" y="637"/>
                    <a:pt x="2836" y="604"/>
                    <a:pt x="2836" y="570"/>
                  </a:cubicBezTo>
                  <a:cubicBezTo>
                    <a:pt x="2802" y="504"/>
                    <a:pt x="2736" y="470"/>
                    <a:pt x="2669" y="437"/>
                  </a:cubicBezTo>
                  <a:cubicBezTo>
                    <a:pt x="2602" y="437"/>
                    <a:pt x="2469" y="337"/>
                    <a:pt x="2402" y="304"/>
                  </a:cubicBezTo>
                  <a:cubicBezTo>
                    <a:pt x="2202" y="203"/>
                    <a:pt x="2002" y="170"/>
                    <a:pt x="1802" y="70"/>
                  </a:cubicBezTo>
                  <a:cubicBezTo>
                    <a:pt x="1719" y="29"/>
                    <a:pt x="1637" y="0"/>
                    <a:pt x="15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14"/>
            <p:cNvSpPr/>
            <p:nvPr/>
          </p:nvSpPr>
          <p:spPr>
            <a:xfrm>
              <a:off x="7108985" y="3373177"/>
              <a:ext cx="165373" cy="100672"/>
            </a:xfrm>
            <a:custGeom>
              <a:avLst/>
              <a:gdLst/>
              <a:ahLst/>
              <a:cxnLst/>
              <a:rect l="l" t="t" r="r" b="b"/>
              <a:pathLst>
                <a:path w="4271" h="2600" extrusionOk="0">
                  <a:moveTo>
                    <a:pt x="1485" y="0"/>
                  </a:moveTo>
                  <a:cubicBezTo>
                    <a:pt x="1410" y="0"/>
                    <a:pt x="1335" y="25"/>
                    <a:pt x="1268" y="75"/>
                  </a:cubicBezTo>
                  <a:cubicBezTo>
                    <a:pt x="1168" y="142"/>
                    <a:pt x="1101" y="275"/>
                    <a:pt x="1068" y="409"/>
                  </a:cubicBezTo>
                  <a:cubicBezTo>
                    <a:pt x="968" y="442"/>
                    <a:pt x="901" y="475"/>
                    <a:pt x="834" y="509"/>
                  </a:cubicBezTo>
                  <a:cubicBezTo>
                    <a:pt x="634" y="609"/>
                    <a:pt x="467" y="742"/>
                    <a:pt x="334" y="876"/>
                  </a:cubicBezTo>
                  <a:cubicBezTo>
                    <a:pt x="201" y="1009"/>
                    <a:pt x="101" y="1176"/>
                    <a:pt x="34" y="1343"/>
                  </a:cubicBezTo>
                  <a:cubicBezTo>
                    <a:pt x="0" y="1409"/>
                    <a:pt x="0" y="1476"/>
                    <a:pt x="34" y="1543"/>
                  </a:cubicBezTo>
                  <a:cubicBezTo>
                    <a:pt x="67" y="1610"/>
                    <a:pt x="101" y="1710"/>
                    <a:pt x="167" y="1743"/>
                  </a:cubicBezTo>
                  <a:cubicBezTo>
                    <a:pt x="267" y="1910"/>
                    <a:pt x="434" y="2010"/>
                    <a:pt x="601" y="2077"/>
                  </a:cubicBezTo>
                  <a:cubicBezTo>
                    <a:pt x="695" y="2100"/>
                    <a:pt x="806" y="2124"/>
                    <a:pt x="922" y="2124"/>
                  </a:cubicBezTo>
                  <a:cubicBezTo>
                    <a:pt x="970" y="2124"/>
                    <a:pt x="1019" y="2120"/>
                    <a:pt x="1068" y="2110"/>
                  </a:cubicBezTo>
                  <a:cubicBezTo>
                    <a:pt x="1268" y="2110"/>
                    <a:pt x="1468" y="2110"/>
                    <a:pt x="1668" y="2077"/>
                  </a:cubicBezTo>
                  <a:cubicBezTo>
                    <a:pt x="1702" y="2110"/>
                    <a:pt x="1735" y="2143"/>
                    <a:pt x="1768" y="2210"/>
                  </a:cubicBezTo>
                  <a:cubicBezTo>
                    <a:pt x="1802" y="2277"/>
                    <a:pt x="1868" y="2377"/>
                    <a:pt x="1969" y="2444"/>
                  </a:cubicBezTo>
                  <a:cubicBezTo>
                    <a:pt x="2015" y="2513"/>
                    <a:pt x="2143" y="2600"/>
                    <a:pt x="2250" y="2600"/>
                  </a:cubicBezTo>
                  <a:cubicBezTo>
                    <a:pt x="2297" y="2600"/>
                    <a:pt x="2339" y="2584"/>
                    <a:pt x="2369" y="2544"/>
                  </a:cubicBezTo>
                  <a:cubicBezTo>
                    <a:pt x="2402" y="2444"/>
                    <a:pt x="2436" y="2377"/>
                    <a:pt x="2436" y="2310"/>
                  </a:cubicBezTo>
                  <a:cubicBezTo>
                    <a:pt x="2436" y="2243"/>
                    <a:pt x="2469" y="2177"/>
                    <a:pt x="2502" y="2110"/>
                  </a:cubicBezTo>
                  <a:cubicBezTo>
                    <a:pt x="2536" y="2110"/>
                    <a:pt x="2569" y="2077"/>
                    <a:pt x="2602" y="2043"/>
                  </a:cubicBezTo>
                  <a:cubicBezTo>
                    <a:pt x="2602" y="2010"/>
                    <a:pt x="2536" y="1977"/>
                    <a:pt x="2502" y="1943"/>
                  </a:cubicBezTo>
                  <a:cubicBezTo>
                    <a:pt x="2436" y="1943"/>
                    <a:pt x="2369" y="1943"/>
                    <a:pt x="2335" y="1910"/>
                  </a:cubicBezTo>
                  <a:cubicBezTo>
                    <a:pt x="2402" y="1876"/>
                    <a:pt x="2469" y="1876"/>
                    <a:pt x="2536" y="1843"/>
                  </a:cubicBezTo>
                  <a:cubicBezTo>
                    <a:pt x="2602" y="1810"/>
                    <a:pt x="2669" y="1743"/>
                    <a:pt x="2769" y="1676"/>
                  </a:cubicBezTo>
                  <a:cubicBezTo>
                    <a:pt x="2903" y="1543"/>
                    <a:pt x="3103" y="1409"/>
                    <a:pt x="3303" y="1343"/>
                  </a:cubicBezTo>
                  <a:cubicBezTo>
                    <a:pt x="3386" y="1293"/>
                    <a:pt x="3478" y="1268"/>
                    <a:pt x="3574" y="1268"/>
                  </a:cubicBezTo>
                  <a:cubicBezTo>
                    <a:pt x="3670" y="1268"/>
                    <a:pt x="3770" y="1293"/>
                    <a:pt x="3870" y="1343"/>
                  </a:cubicBezTo>
                  <a:cubicBezTo>
                    <a:pt x="3937" y="1376"/>
                    <a:pt x="4003" y="1443"/>
                    <a:pt x="4103" y="1510"/>
                  </a:cubicBezTo>
                  <a:cubicBezTo>
                    <a:pt x="4103" y="1510"/>
                    <a:pt x="4146" y="1552"/>
                    <a:pt x="4197" y="1552"/>
                  </a:cubicBezTo>
                  <a:cubicBezTo>
                    <a:pt x="4210" y="1552"/>
                    <a:pt x="4224" y="1550"/>
                    <a:pt x="4237" y="1543"/>
                  </a:cubicBezTo>
                  <a:cubicBezTo>
                    <a:pt x="4270" y="1510"/>
                    <a:pt x="4237" y="1409"/>
                    <a:pt x="4237" y="1376"/>
                  </a:cubicBezTo>
                  <a:cubicBezTo>
                    <a:pt x="4237" y="1276"/>
                    <a:pt x="4203" y="1209"/>
                    <a:pt x="4137" y="1109"/>
                  </a:cubicBezTo>
                  <a:cubicBezTo>
                    <a:pt x="4103" y="1043"/>
                    <a:pt x="4037" y="976"/>
                    <a:pt x="4003" y="942"/>
                  </a:cubicBezTo>
                  <a:cubicBezTo>
                    <a:pt x="3937" y="876"/>
                    <a:pt x="3903" y="809"/>
                    <a:pt x="3970" y="742"/>
                  </a:cubicBezTo>
                  <a:cubicBezTo>
                    <a:pt x="3970" y="709"/>
                    <a:pt x="4003" y="676"/>
                    <a:pt x="4003" y="642"/>
                  </a:cubicBezTo>
                  <a:cubicBezTo>
                    <a:pt x="4070" y="442"/>
                    <a:pt x="4070" y="242"/>
                    <a:pt x="4003" y="75"/>
                  </a:cubicBezTo>
                  <a:cubicBezTo>
                    <a:pt x="3937" y="75"/>
                    <a:pt x="3837" y="142"/>
                    <a:pt x="3803" y="209"/>
                  </a:cubicBezTo>
                  <a:lnTo>
                    <a:pt x="3770" y="275"/>
                  </a:lnTo>
                  <a:cubicBezTo>
                    <a:pt x="3703" y="342"/>
                    <a:pt x="3670" y="409"/>
                    <a:pt x="3603" y="442"/>
                  </a:cubicBezTo>
                  <a:cubicBezTo>
                    <a:pt x="3436" y="576"/>
                    <a:pt x="3236" y="642"/>
                    <a:pt x="3036" y="642"/>
                  </a:cubicBezTo>
                  <a:cubicBezTo>
                    <a:pt x="2936" y="642"/>
                    <a:pt x="2836" y="609"/>
                    <a:pt x="2769" y="576"/>
                  </a:cubicBezTo>
                  <a:cubicBezTo>
                    <a:pt x="2769" y="542"/>
                    <a:pt x="2769" y="475"/>
                    <a:pt x="2769" y="475"/>
                  </a:cubicBezTo>
                  <a:cubicBezTo>
                    <a:pt x="2736" y="409"/>
                    <a:pt x="2636" y="375"/>
                    <a:pt x="2569" y="375"/>
                  </a:cubicBezTo>
                  <a:lnTo>
                    <a:pt x="2302" y="242"/>
                  </a:lnTo>
                  <a:cubicBezTo>
                    <a:pt x="2102" y="175"/>
                    <a:pt x="1868" y="142"/>
                    <a:pt x="1702" y="75"/>
                  </a:cubicBezTo>
                  <a:cubicBezTo>
                    <a:pt x="1635" y="25"/>
                    <a:pt x="1560" y="0"/>
                    <a:pt x="14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14"/>
            <p:cNvSpPr/>
            <p:nvPr/>
          </p:nvSpPr>
          <p:spPr>
            <a:xfrm>
              <a:off x="6308513" y="3445091"/>
              <a:ext cx="165334" cy="100362"/>
            </a:xfrm>
            <a:custGeom>
              <a:avLst/>
              <a:gdLst/>
              <a:ahLst/>
              <a:cxnLst/>
              <a:rect l="l" t="t" r="r" b="b"/>
              <a:pathLst>
                <a:path w="4270" h="2592" extrusionOk="0">
                  <a:moveTo>
                    <a:pt x="1489" y="1"/>
                  </a:moveTo>
                  <a:cubicBezTo>
                    <a:pt x="1418" y="1"/>
                    <a:pt x="1351" y="17"/>
                    <a:pt x="1301" y="51"/>
                  </a:cubicBezTo>
                  <a:cubicBezTo>
                    <a:pt x="1234" y="117"/>
                    <a:pt x="1168" y="184"/>
                    <a:pt x="1134" y="251"/>
                  </a:cubicBezTo>
                  <a:cubicBezTo>
                    <a:pt x="1101" y="318"/>
                    <a:pt x="1068" y="351"/>
                    <a:pt x="1068" y="384"/>
                  </a:cubicBezTo>
                  <a:cubicBezTo>
                    <a:pt x="967" y="418"/>
                    <a:pt x="901" y="451"/>
                    <a:pt x="834" y="484"/>
                  </a:cubicBezTo>
                  <a:cubicBezTo>
                    <a:pt x="667" y="618"/>
                    <a:pt x="500" y="718"/>
                    <a:pt x="367" y="885"/>
                  </a:cubicBezTo>
                  <a:cubicBezTo>
                    <a:pt x="200" y="1018"/>
                    <a:pt x="100" y="1152"/>
                    <a:pt x="33" y="1352"/>
                  </a:cubicBezTo>
                  <a:cubicBezTo>
                    <a:pt x="0" y="1418"/>
                    <a:pt x="0" y="1485"/>
                    <a:pt x="33" y="1552"/>
                  </a:cubicBezTo>
                  <a:cubicBezTo>
                    <a:pt x="67" y="1619"/>
                    <a:pt x="134" y="1685"/>
                    <a:pt x="200" y="1752"/>
                  </a:cubicBezTo>
                  <a:cubicBezTo>
                    <a:pt x="300" y="1885"/>
                    <a:pt x="434" y="1986"/>
                    <a:pt x="601" y="2052"/>
                  </a:cubicBezTo>
                  <a:cubicBezTo>
                    <a:pt x="767" y="2119"/>
                    <a:pt x="934" y="2119"/>
                    <a:pt x="1068" y="2119"/>
                  </a:cubicBezTo>
                  <a:cubicBezTo>
                    <a:pt x="1268" y="2119"/>
                    <a:pt x="1468" y="2086"/>
                    <a:pt x="1668" y="2086"/>
                  </a:cubicBezTo>
                  <a:lnTo>
                    <a:pt x="1768" y="2186"/>
                  </a:lnTo>
                  <a:cubicBezTo>
                    <a:pt x="1835" y="2286"/>
                    <a:pt x="1901" y="2352"/>
                    <a:pt x="1968" y="2453"/>
                  </a:cubicBezTo>
                  <a:cubicBezTo>
                    <a:pt x="2037" y="2498"/>
                    <a:pt x="2153" y="2591"/>
                    <a:pt x="2251" y="2591"/>
                  </a:cubicBezTo>
                  <a:cubicBezTo>
                    <a:pt x="2296" y="2591"/>
                    <a:pt x="2337" y="2572"/>
                    <a:pt x="2368" y="2519"/>
                  </a:cubicBezTo>
                  <a:cubicBezTo>
                    <a:pt x="2402" y="2453"/>
                    <a:pt x="2435" y="2386"/>
                    <a:pt x="2435" y="2286"/>
                  </a:cubicBezTo>
                  <a:cubicBezTo>
                    <a:pt x="2435" y="2219"/>
                    <a:pt x="2469" y="2152"/>
                    <a:pt x="2535" y="2119"/>
                  </a:cubicBezTo>
                  <a:cubicBezTo>
                    <a:pt x="2535" y="2086"/>
                    <a:pt x="2602" y="2086"/>
                    <a:pt x="2602" y="2052"/>
                  </a:cubicBezTo>
                  <a:cubicBezTo>
                    <a:pt x="2602" y="2019"/>
                    <a:pt x="2535" y="1952"/>
                    <a:pt x="2502" y="1952"/>
                  </a:cubicBezTo>
                  <a:cubicBezTo>
                    <a:pt x="2435" y="1952"/>
                    <a:pt x="2402" y="1919"/>
                    <a:pt x="2335" y="1919"/>
                  </a:cubicBezTo>
                  <a:cubicBezTo>
                    <a:pt x="2402" y="1885"/>
                    <a:pt x="2469" y="1852"/>
                    <a:pt x="2535" y="1819"/>
                  </a:cubicBezTo>
                  <a:cubicBezTo>
                    <a:pt x="2602" y="1785"/>
                    <a:pt x="2702" y="1752"/>
                    <a:pt x="2769" y="1685"/>
                  </a:cubicBezTo>
                  <a:cubicBezTo>
                    <a:pt x="2902" y="1519"/>
                    <a:pt x="3102" y="1385"/>
                    <a:pt x="3302" y="1318"/>
                  </a:cubicBezTo>
                  <a:cubicBezTo>
                    <a:pt x="3386" y="1268"/>
                    <a:pt x="3478" y="1243"/>
                    <a:pt x="3569" y="1243"/>
                  </a:cubicBezTo>
                  <a:cubicBezTo>
                    <a:pt x="3661" y="1243"/>
                    <a:pt x="3753" y="1268"/>
                    <a:pt x="3836" y="1318"/>
                  </a:cubicBezTo>
                  <a:cubicBezTo>
                    <a:pt x="3936" y="1352"/>
                    <a:pt x="4003" y="1418"/>
                    <a:pt x="4070" y="1485"/>
                  </a:cubicBezTo>
                  <a:cubicBezTo>
                    <a:pt x="4096" y="1485"/>
                    <a:pt x="4144" y="1528"/>
                    <a:pt x="4180" y="1528"/>
                  </a:cubicBezTo>
                  <a:cubicBezTo>
                    <a:pt x="4188" y="1528"/>
                    <a:pt x="4196" y="1525"/>
                    <a:pt x="4203" y="1519"/>
                  </a:cubicBezTo>
                  <a:cubicBezTo>
                    <a:pt x="4270" y="1485"/>
                    <a:pt x="4236" y="1385"/>
                    <a:pt x="4236" y="1352"/>
                  </a:cubicBezTo>
                  <a:cubicBezTo>
                    <a:pt x="4236" y="1285"/>
                    <a:pt x="4203" y="1185"/>
                    <a:pt x="4136" y="1118"/>
                  </a:cubicBezTo>
                  <a:cubicBezTo>
                    <a:pt x="4103" y="1018"/>
                    <a:pt x="4070" y="985"/>
                    <a:pt x="4003" y="918"/>
                  </a:cubicBezTo>
                  <a:cubicBezTo>
                    <a:pt x="3936" y="885"/>
                    <a:pt x="3903" y="785"/>
                    <a:pt x="3970" y="751"/>
                  </a:cubicBezTo>
                  <a:cubicBezTo>
                    <a:pt x="3970" y="685"/>
                    <a:pt x="4003" y="651"/>
                    <a:pt x="4036" y="618"/>
                  </a:cubicBezTo>
                  <a:cubicBezTo>
                    <a:pt x="4070" y="418"/>
                    <a:pt x="4070" y="251"/>
                    <a:pt x="4036" y="51"/>
                  </a:cubicBezTo>
                  <a:cubicBezTo>
                    <a:pt x="3936" y="84"/>
                    <a:pt x="3870" y="117"/>
                    <a:pt x="3803" y="218"/>
                  </a:cubicBezTo>
                  <a:lnTo>
                    <a:pt x="3769" y="251"/>
                  </a:lnTo>
                  <a:cubicBezTo>
                    <a:pt x="3703" y="318"/>
                    <a:pt x="3669" y="384"/>
                    <a:pt x="3603" y="451"/>
                  </a:cubicBezTo>
                  <a:cubicBezTo>
                    <a:pt x="3458" y="538"/>
                    <a:pt x="3314" y="624"/>
                    <a:pt x="3148" y="624"/>
                  </a:cubicBezTo>
                  <a:cubicBezTo>
                    <a:pt x="3122" y="624"/>
                    <a:pt x="3096" y="622"/>
                    <a:pt x="3069" y="618"/>
                  </a:cubicBezTo>
                  <a:cubicBezTo>
                    <a:pt x="2936" y="618"/>
                    <a:pt x="2869" y="618"/>
                    <a:pt x="2769" y="551"/>
                  </a:cubicBezTo>
                  <a:cubicBezTo>
                    <a:pt x="2802" y="518"/>
                    <a:pt x="2802" y="484"/>
                    <a:pt x="2769" y="451"/>
                  </a:cubicBezTo>
                  <a:cubicBezTo>
                    <a:pt x="2702" y="418"/>
                    <a:pt x="2669" y="351"/>
                    <a:pt x="2602" y="351"/>
                  </a:cubicBezTo>
                  <a:cubicBezTo>
                    <a:pt x="2502" y="318"/>
                    <a:pt x="2402" y="284"/>
                    <a:pt x="2302" y="218"/>
                  </a:cubicBezTo>
                  <a:cubicBezTo>
                    <a:pt x="2102" y="151"/>
                    <a:pt x="1901" y="117"/>
                    <a:pt x="1701" y="51"/>
                  </a:cubicBezTo>
                  <a:cubicBezTo>
                    <a:pt x="1635" y="17"/>
                    <a:pt x="1560" y="1"/>
                    <a:pt x="14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4"/>
            <p:cNvSpPr/>
            <p:nvPr/>
          </p:nvSpPr>
          <p:spPr>
            <a:xfrm>
              <a:off x="8119441" y="3445105"/>
              <a:ext cx="165334" cy="100324"/>
            </a:xfrm>
            <a:custGeom>
              <a:avLst/>
              <a:gdLst/>
              <a:ahLst/>
              <a:cxnLst/>
              <a:rect l="l" t="t" r="r" b="b"/>
              <a:pathLst>
                <a:path w="4270" h="2591" extrusionOk="0">
                  <a:moveTo>
                    <a:pt x="1485" y="1"/>
                  </a:moveTo>
                  <a:cubicBezTo>
                    <a:pt x="1410" y="1"/>
                    <a:pt x="1334" y="18"/>
                    <a:pt x="1268" y="51"/>
                  </a:cubicBezTo>
                  <a:cubicBezTo>
                    <a:pt x="1201" y="118"/>
                    <a:pt x="1134" y="184"/>
                    <a:pt x="1101" y="251"/>
                  </a:cubicBezTo>
                  <a:cubicBezTo>
                    <a:pt x="1101" y="284"/>
                    <a:pt x="1068" y="351"/>
                    <a:pt x="1068" y="384"/>
                  </a:cubicBezTo>
                  <a:cubicBezTo>
                    <a:pt x="968" y="418"/>
                    <a:pt x="901" y="451"/>
                    <a:pt x="834" y="485"/>
                  </a:cubicBezTo>
                  <a:cubicBezTo>
                    <a:pt x="634" y="585"/>
                    <a:pt x="467" y="718"/>
                    <a:pt x="334" y="885"/>
                  </a:cubicBezTo>
                  <a:cubicBezTo>
                    <a:pt x="200" y="985"/>
                    <a:pt x="100" y="1152"/>
                    <a:pt x="34" y="1318"/>
                  </a:cubicBezTo>
                  <a:cubicBezTo>
                    <a:pt x="0" y="1385"/>
                    <a:pt x="0" y="1485"/>
                    <a:pt x="34" y="1552"/>
                  </a:cubicBezTo>
                  <a:cubicBezTo>
                    <a:pt x="67" y="1619"/>
                    <a:pt x="100" y="1685"/>
                    <a:pt x="167" y="1752"/>
                  </a:cubicBezTo>
                  <a:cubicBezTo>
                    <a:pt x="300" y="1886"/>
                    <a:pt x="434" y="1986"/>
                    <a:pt x="601" y="2052"/>
                  </a:cubicBezTo>
                  <a:cubicBezTo>
                    <a:pt x="734" y="2086"/>
                    <a:pt x="901" y="2119"/>
                    <a:pt x="1068" y="2119"/>
                  </a:cubicBezTo>
                  <a:cubicBezTo>
                    <a:pt x="1268" y="2119"/>
                    <a:pt x="1468" y="2086"/>
                    <a:pt x="1668" y="2052"/>
                  </a:cubicBezTo>
                  <a:lnTo>
                    <a:pt x="1768" y="2186"/>
                  </a:lnTo>
                  <a:cubicBezTo>
                    <a:pt x="1801" y="2286"/>
                    <a:pt x="1868" y="2353"/>
                    <a:pt x="1968" y="2419"/>
                  </a:cubicBezTo>
                  <a:cubicBezTo>
                    <a:pt x="2015" y="2489"/>
                    <a:pt x="2141" y="2590"/>
                    <a:pt x="2248" y="2590"/>
                  </a:cubicBezTo>
                  <a:cubicBezTo>
                    <a:pt x="2295" y="2590"/>
                    <a:pt x="2338" y="2570"/>
                    <a:pt x="2369" y="2519"/>
                  </a:cubicBezTo>
                  <a:cubicBezTo>
                    <a:pt x="2402" y="2453"/>
                    <a:pt x="2435" y="2386"/>
                    <a:pt x="2435" y="2286"/>
                  </a:cubicBezTo>
                  <a:cubicBezTo>
                    <a:pt x="2435" y="2219"/>
                    <a:pt x="2469" y="2152"/>
                    <a:pt x="2535" y="2119"/>
                  </a:cubicBezTo>
                  <a:cubicBezTo>
                    <a:pt x="2535" y="2119"/>
                    <a:pt x="2569" y="2052"/>
                    <a:pt x="2602" y="2052"/>
                  </a:cubicBezTo>
                  <a:cubicBezTo>
                    <a:pt x="2602" y="2019"/>
                    <a:pt x="2535" y="1952"/>
                    <a:pt x="2502" y="1952"/>
                  </a:cubicBezTo>
                  <a:cubicBezTo>
                    <a:pt x="2435" y="1919"/>
                    <a:pt x="2402" y="1919"/>
                    <a:pt x="2335" y="1886"/>
                  </a:cubicBezTo>
                  <a:cubicBezTo>
                    <a:pt x="2402" y="1886"/>
                    <a:pt x="2469" y="1852"/>
                    <a:pt x="2535" y="1819"/>
                  </a:cubicBezTo>
                  <a:cubicBezTo>
                    <a:pt x="2602" y="1785"/>
                    <a:pt x="2702" y="1719"/>
                    <a:pt x="2769" y="1685"/>
                  </a:cubicBezTo>
                  <a:cubicBezTo>
                    <a:pt x="2902" y="1519"/>
                    <a:pt x="3102" y="1419"/>
                    <a:pt x="3303" y="1318"/>
                  </a:cubicBezTo>
                  <a:cubicBezTo>
                    <a:pt x="3386" y="1285"/>
                    <a:pt x="3478" y="1268"/>
                    <a:pt x="3574" y="1268"/>
                  </a:cubicBezTo>
                  <a:cubicBezTo>
                    <a:pt x="3669" y="1268"/>
                    <a:pt x="3770" y="1285"/>
                    <a:pt x="3870" y="1318"/>
                  </a:cubicBezTo>
                  <a:cubicBezTo>
                    <a:pt x="3936" y="1352"/>
                    <a:pt x="4003" y="1419"/>
                    <a:pt x="4103" y="1485"/>
                  </a:cubicBezTo>
                  <a:cubicBezTo>
                    <a:pt x="4136" y="1519"/>
                    <a:pt x="4170" y="1552"/>
                    <a:pt x="4237" y="1552"/>
                  </a:cubicBezTo>
                  <a:cubicBezTo>
                    <a:pt x="4270" y="1519"/>
                    <a:pt x="4237" y="1419"/>
                    <a:pt x="4237" y="1385"/>
                  </a:cubicBezTo>
                  <a:cubicBezTo>
                    <a:pt x="4237" y="1285"/>
                    <a:pt x="4203" y="1185"/>
                    <a:pt x="4136" y="1085"/>
                  </a:cubicBezTo>
                  <a:cubicBezTo>
                    <a:pt x="4103" y="1018"/>
                    <a:pt x="4036" y="952"/>
                    <a:pt x="4003" y="918"/>
                  </a:cubicBezTo>
                  <a:cubicBezTo>
                    <a:pt x="3936" y="851"/>
                    <a:pt x="3903" y="818"/>
                    <a:pt x="3970" y="751"/>
                  </a:cubicBezTo>
                  <a:cubicBezTo>
                    <a:pt x="4003" y="651"/>
                    <a:pt x="4003" y="651"/>
                    <a:pt x="4003" y="618"/>
                  </a:cubicBezTo>
                  <a:cubicBezTo>
                    <a:pt x="4070" y="418"/>
                    <a:pt x="4070" y="251"/>
                    <a:pt x="4003" y="51"/>
                  </a:cubicBezTo>
                  <a:cubicBezTo>
                    <a:pt x="3936" y="84"/>
                    <a:pt x="3836" y="118"/>
                    <a:pt x="3803" y="218"/>
                  </a:cubicBezTo>
                  <a:lnTo>
                    <a:pt x="3770" y="251"/>
                  </a:lnTo>
                  <a:cubicBezTo>
                    <a:pt x="3703" y="318"/>
                    <a:pt x="3669" y="384"/>
                    <a:pt x="3603" y="451"/>
                  </a:cubicBezTo>
                  <a:cubicBezTo>
                    <a:pt x="3458" y="538"/>
                    <a:pt x="3289" y="624"/>
                    <a:pt x="3116" y="624"/>
                  </a:cubicBezTo>
                  <a:cubicBezTo>
                    <a:pt x="3089" y="624"/>
                    <a:pt x="3063" y="622"/>
                    <a:pt x="3036" y="618"/>
                  </a:cubicBezTo>
                  <a:cubicBezTo>
                    <a:pt x="2936" y="618"/>
                    <a:pt x="2836" y="585"/>
                    <a:pt x="2769" y="551"/>
                  </a:cubicBezTo>
                  <a:cubicBezTo>
                    <a:pt x="2769" y="518"/>
                    <a:pt x="2769" y="485"/>
                    <a:pt x="2769" y="451"/>
                  </a:cubicBezTo>
                  <a:cubicBezTo>
                    <a:pt x="2702" y="384"/>
                    <a:pt x="2635" y="351"/>
                    <a:pt x="2569" y="351"/>
                  </a:cubicBezTo>
                  <a:cubicBezTo>
                    <a:pt x="2502" y="318"/>
                    <a:pt x="2402" y="251"/>
                    <a:pt x="2302" y="218"/>
                  </a:cubicBezTo>
                  <a:cubicBezTo>
                    <a:pt x="2102" y="151"/>
                    <a:pt x="1868" y="118"/>
                    <a:pt x="1701" y="51"/>
                  </a:cubicBezTo>
                  <a:cubicBezTo>
                    <a:pt x="1635" y="18"/>
                    <a:pt x="1560" y="1"/>
                    <a:pt x="14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4"/>
            <p:cNvSpPr/>
            <p:nvPr/>
          </p:nvSpPr>
          <p:spPr>
            <a:xfrm>
              <a:off x="6987126" y="4290502"/>
              <a:ext cx="165334" cy="102337"/>
            </a:xfrm>
            <a:custGeom>
              <a:avLst/>
              <a:gdLst/>
              <a:ahLst/>
              <a:cxnLst/>
              <a:rect l="l" t="t" r="r" b="b"/>
              <a:pathLst>
                <a:path w="4270" h="2643" extrusionOk="0">
                  <a:moveTo>
                    <a:pt x="1563" y="0"/>
                  </a:moveTo>
                  <a:cubicBezTo>
                    <a:pt x="1508" y="0"/>
                    <a:pt x="1452" y="11"/>
                    <a:pt x="1401" y="37"/>
                  </a:cubicBezTo>
                  <a:cubicBezTo>
                    <a:pt x="1334" y="103"/>
                    <a:pt x="1268" y="170"/>
                    <a:pt x="1201" y="237"/>
                  </a:cubicBezTo>
                  <a:cubicBezTo>
                    <a:pt x="1201" y="270"/>
                    <a:pt x="1168" y="337"/>
                    <a:pt x="1134" y="370"/>
                  </a:cubicBezTo>
                  <a:cubicBezTo>
                    <a:pt x="1068" y="370"/>
                    <a:pt x="968" y="404"/>
                    <a:pt x="901" y="470"/>
                  </a:cubicBezTo>
                  <a:cubicBezTo>
                    <a:pt x="734" y="537"/>
                    <a:pt x="534" y="670"/>
                    <a:pt x="400" y="804"/>
                  </a:cubicBezTo>
                  <a:cubicBezTo>
                    <a:pt x="234" y="904"/>
                    <a:pt x="134" y="1037"/>
                    <a:pt x="34" y="1204"/>
                  </a:cubicBezTo>
                  <a:cubicBezTo>
                    <a:pt x="0" y="1271"/>
                    <a:pt x="0" y="1338"/>
                    <a:pt x="34" y="1404"/>
                  </a:cubicBezTo>
                  <a:cubicBezTo>
                    <a:pt x="34" y="1471"/>
                    <a:pt x="100" y="1571"/>
                    <a:pt x="134" y="1638"/>
                  </a:cubicBezTo>
                  <a:cubicBezTo>
                    <a:pt x="234" y="1771"/>
                    <a:pt x="400" y="1905"/>
                    <a:pt x="567" y="1971"/>
                  </a:cubicBezTo>
                  <a:cubicBezTo>
                    <a:pt x="701" y="2038"/>
                    <a:pt x="867" y="2071"/>
                    <a:pt x="1034" y="2071"/>
                  </a:cubicBezTo>
                  <a:lnTo>
                    <a:pt x="1635" y="2071"/>
                  </a:lnTo>
                  <a:cubicBezTo>
                    <a:pt x="1668" y="2105"/>
                    <a:pt x="1701" y="2172"/>
                    <a:pt x="1701" y="2205"/>
                  </a:cubicBezTo>
                  <a:cubicBezTo>
                    <a:pt x="1768" y="2305"/>
                    <a:pt x="1835" y="2372"/>
                    <a:pt x="1902" y="2472"/>
                  </a:cubicBezTo>
                  <a:cubicBezTo>
                    <a:pt x="1948" y="2541"/>
                    <a:pt x="2058" y="2643"/>
                    <a:pt x="2166" y="2643"/>
                  </a:cubicBezTo>
                  <a:cubicBezTo>
                    <a:pt x="2214" y="2643"/>
                    <a:pt x="2261" y="2623"/>
                    <a:pt x="2302" y="2572"/>
                  </a:cubicBezTo>
                  <a:cubicBezTo>
                    <a:pt x="2335" y="2505"/>
                    <a:pt x="2369" y="2438"/>
                    <a:pt x="2369" y="2338"/>
                  </a:cubicBezTo>
                  <a:cubicBezTo>
                    <a:pt x="2369" y="2305"/>
                    <a:pt x="2402" y="2238"/>
                    <a:pt x="2469" y="2205"/>
                  </a:cubicBezTo>
                  <a:cubicBezTo>
                    <a:pt x="2502" y="2172"/>
                    <a:pt x="2535" y="2138"/>
                    <a:pt x="2535" y="2105"/>
                  </a:cubicBezTo>
                  <a:cubicBezTo>
                    <a:pt x="2569" y="2071"/>
                    <a:pt x="2502" y="2038"/>
                    <a:pt x="2469" y="2005"/>
                  </a:cubicBezTo>
                  <a:cubicBezTo>
                    <a:pt x="2402" y="2005"/>
                    <a:pt x="2335" y="2005"/>
                    <a:pt x="2302" y="1971"/>
                  </a:cubicBezTo>
                  <a:cubicBezTo>
                    <a:pt x="2369" y="1938"/>
                    <a:pt x="2435" y="1938"/>
                    <a:pt x="2502" y="1905"/>
                  </a:cubicBezTo>
                  <a:cubicBezTo>
                    <a:pt x="2569" y="1871"/>
                    <a:pt x="2669" y="1838"/>
                    <a:pt x="2735" y="1771"/>
                  </a:cubicBezTo>
                  <a:cubicBezTo>
                    <a:pt x="2902" y="1638"/>
                    <a:pt x="3102" y="1538"/>
                    <a:pt x="3303" y="1471"/>
                  </a:cubicBezTo>
                  <a:cubicBezTo>
                    <a:pt x="3373" y="1447"/>
                    <a:pt x="3444" y="1436"/>
                    <a:pt x="3514" y="1436"/>
                  </a:cubicBezTo>
                  <a:cubicBezTo>
                    <a:pt x="3640" y="1436"/>
                    <a:pt x="3762" y="1473"/>
                    <a:pt x="3870" y="1538"/>
                  </a:cubicBezTo>
                  <a:cubicBezTo>
                    <a:pt x="3936" y="1571"/>
                    <a:pt x="4003" y="1638"/>
                    <a:pt x="4070" y="1705"/>
                  </a:cubicBezTo>
                  <a:cubicBezTo>
                    <a:pt x="4097" y="1732"/>
                    <a:pt x="4146" y="1780"/>
                    <a:pt x="4181" y="1780"/>
                  </a:cubicBezTo>
                  <a:cubicBezTo>
                    <a:pt x="4189" y="1780"/>
                    <a:pt x="4197" y="1778"/>
                    <a:pt x="4203" y="1771"/>
                  </a:cubicBezTo>
                  <a:cubicBezTo>
                    <a:pt x="4270" y="1738"/>
                    <a:pt x="4237" y="1671"/>
                    <a:pt x="4237" y="1604"/>
                  </a:cubicBezTo>
                  <a:cubicBezTo>
                    <a:pt x="4237" y="1504"/>
                    <a:pt x="4170" y="1404"/>
                    <a:pt x="4136" y="1338"/>
                  </a:cubicBezTo>
                  <a:cubicBezTo>
                    <a:pt x="4070" y="1238"/>
                    <a:pt x="4036" y="1171"/>
                    <a:pt x="3970" y="1137"/>
                  </a:cubicBezTo>
                  <a:cubicBezTo>
                    <a:pt x="3936" y="1071"/>
                    <a:pt x="3903" y="1004"/>
                    <a:pt x="3970" y="937"/>
                  </a:cubicBezTo>
                  <a:cubicBezTo>
                    <a:pt x="4003" y="904"/>
                    <a:pt x="4036" y="871"/>
                    <a:pt x="4070" y="837"/>
                  </a:cubicBezTo>
                  <a:cubicBezTo>
                    <a:pt x="4136" y="670"/>
                    <a:pt x="4136" y="470"/>
                    <a:pt x="4103" y="270"/>
                  </a:cubicBezTo>
                  <a:lnTo>
                    <a:pt x="4103" y="270"/>
                  </a:lnTo>
                  <a:cubicBezTo>
                    <a:pt x="4036" y="304"/>
                    <a:pt x="3936" y="337"/>
                    <a:pt x="3903" y="404"/>
                  </a:cubicBezTo>
                  <a:lnTo>
                    <a:pt x="3836" y="470"/>
                  </a:lnTo>
                  <a:cubicBezTo>
                    <a:pt x="3770" y="504"/>
                    <a:pt x="3736" y="570"/>
                    <a:pt x="3669" y="637"/>
                  </a:cubicBezTo>
                  <a:cubicBezTo>
                    <a:pt x="3532" y="719"/>
                    <a:pt x="3372" y="779"/>
                    <a:pt x="3209" y="779"/>
                  </a:cubicBezTo>
                  <a:cubicBezTo>
                    <a:pt x="3173" y="779"/>
                    <a:pt x="3138" y="776"/>
                    <a:pt x="3102" y="771"/>
                  </a:cubicBezTo>
                  <a:cubicBezTo>
                    <a:pt x="3002" y="737"/>
                    <a:pt x="2902" y="704"/>
                    <a:pt x="2802" y="670"/>
                  </a:cubicBezTo>
                  <a:cubicBezTo>
                    <a:pt x="2836" y="637"/>
                    <a:pt x="2869" y="604"/>
                    <a:pt x="2836" y="570"/>
                  </a:cubicBezTo>
                  <a:cubicBezTo>
                    <a:pt x="2802" y="504"/>
                    <a:pt x="2735" y="470"/>
                    <a:pt x="2669" y="437"/>
                  </a:cubicBezTo>
                  <a:cubicBezTo>
                    <a:pt x="2602" y="404"/>
                    <a:pt x="2502" y="337"/>
                    <a:pt x="2402" y="304"/>
                  </a:cubicBezTo>
                  <a:cubicBezTo>
                    <a:pt x="2202" y="203"/>
                    <a:pt x="2002" y="170"/>
                    <a:pt x="1801" y="70"/>
                  </a:cubicBezTo>
                  <a:cubicBezTo>
                    <a:pt x="1740" y="29"/>
                    <a:pt x="1652" y="0"/>
                    <a:pt x="1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4"/>
            <p:cNvSpPr/>
            <p:nvPr/>
          </p:nvSpPr>
          <p:spPr>
            <a:xfrm>
              <a:off x="6652142" y="3666205"/>
              <a:ext cx="165373" cy="102066"/>
            </a:xfrm>
            <a:custGeom>
              <a:avLst/>
              <a:gdLst/>
              <a:ahLst/>
              <a:cxnLst/>
              <a:rect l="l" t="t" r="r" b="b"/>
              <a:pathLst>
                <a:path w="4271" h="2636" extrusionOk="0">
                  <a:moveTo>
                    <a:pt x="1598" y="1"/>
                  </a:moveTo>
                  <a:cubicBezTo>
                    <a:pt x="1527" y="1"/>
                    <a:pt x="1452" y="17"/>
                    <a:pt x="1368" y="51"/>
                  </a:cubicBezTo>
                  <a:cubicBezTo>
                    <a:pt x="1302" y="84"/>
                    <a:pt x="1268" y="151"/>
                    <a:pt x="1202" y="251"/>
                  </a:cubicBezTo>
                  <a:cubicBezTo>
                    <a:pt x="1168" y="284"/>
                    <a:pt x="1168" y="318"/>
                    <a:pt x="1135" y="351"/>
                  </a:cubicBezTo>
                  <a:cubicBezTo>
                    <a:pt x="1068" y="384"/>
                    <a:pt x="968" y="418"/>
                    <a:pt x="901" y="451"/>
                  </a:cubicBezTo>
                  <a:cubicBezTo>
                    <a:pt x="701" y="551"/>
                    <a:pt x="535" y="651"/>
                    <a:pt x="368" y="785"/>
                  </a:cubicBezTo>
                  <a:cubicBezTo>
                    <a:pt x="234" y="885"/>
                    <a:pt x="101" y="1052"/>
                    <a:pt x="34" y="1218"/>
                  </a:cubicBezTo>
                  <a:cubicBezTo>
                    <a:pt x="1" y="1252"/>
                    <a:pt x="1" y="1352"/>
                    <a:pt x="34" y="1418"/>
                  </a:cubicBezTo>
                  <a:cubicBezTo>
                    <a:pt x="68" y="1485"/>
                    <a:pt x="101" y="1552"/>
                    <a:pt x="168" y="1619"/>
                  </a:cubicBezTo>
                  <a:cubicBezTo>
                    <a:pt x="268" y="1785"/>
                    <a:pt x="401" y="1885"/>
                    <a:pt x="568" y="1952"/>
                  </a:cubicBezTo>
                  <a:cubicBezTo>
                    <a:pt x="735" y="2019"/>
                    <a:pt x="901" y="2052"/>
                    <a:pt x="1035" y="2052"/>
                  </a:cubicBezTo>
                  <a:cubicBezTo>
                    <a:pt x="1135" y="2069"/>
                    <a:pt x="1235" y="2077"/>
                    <a:pt x="1335" y="2077"/>
                  </a:cubicBezTo>
                  <a:cubicBezTo>
                    <a:pt x="1435" y="2077"/>
                    <a:pt x="1535" y="2069"/>
                    <a:pt x="1635" y="2052"/>
                  </a:cubicBezTo>
                  <a:lnTo>
                    <a:pt x="1735" y="2186"/>
                  </a:lnTo>
                  <a:cubicBezTo>
                    <a:pt x="1769" y="2286"/>
                    <a:pt x="1835" y="2386"/>
                    <a:pt x="1902" y="2453"/>
                  </a:cubicBezTo>
                  <a:cubicBezTo>
                    <a:pt x="1951" y="2526"/>
                    <a:pt x="2090" y="2636"/>
                    <a:pt x="2200" y="2636"/>
                  </a:cubicBezTo>
                  <a:cubicBezTo>
                    <a:pt x="2240" y="2636"/>
                    <a:pt x="2276" y="2621"/>
                    <a:pt x="2302" y="2586"/>
                  </a:cubicBezTo>
                  <a:cubicBezTo>
                    <a:pt x="2336" y="2519"/>
                    <a:pt x="2369" y="2419"/>
                    <a:pt x="2369" y="2352"/>
                  </a:cubicBezTo>
                  <a:cubicBezTo>
                    <a:pt x="2403" y="2286"/>
                    <a:pt x="2436" y="2219"/>
                    <a:pt x="2469" y="2186"/>
                  </a:cubicBezTo>
                  <a:cubicBezTo>
                    <a:pt x="2503" y="2186"/>
                    <a:pt x="2536" y="2152"/>
                    <a:pt x="2569" y="2119"/>
                  </a:cubicBezTo>
                  <a:cubicBezTo>
                    <a:pt x="2569" y="2086"/>
                    <a:pt x="2503" y="2019"/>
                    <a:pt x="2469" y="2019"/>
                  </a:cubicBezTo>
                  <a:cubicBezTo>
                    <a:pt x="2403" y="1986"/>
                    <a:pt x="2369" y="1986"/>
                    <a:pt x="2302" y="1952"/>
                  </a:cubicBezTo>
                  <a:cubicBezTo>
                    <a:pt x="2369" y="1952"/>
                    <a:pt x="2436" y="1919"/>
                    <a:pt x="2503" y="1919"/>
                  </a:cubicBezTo>
                  <a:cubicBezTo>
                    <a:pt x="2603" y="1852"/>
                    <a:pt x="2669" y="1819"/>
                    <a:pt x="2736" y="1752"/>
                  </a:cubicBezTo>
                  <a:cubicBezTo>
                    <a:pt x="2903" y="1619"/>
                    <a:pt x="3103" y="1519"/>
                    <a:pt x="3303" y="1452"/>
                  </a:cubicBezTo>
                  <a:cubicBezTo>
                    <a:pt x="3376" y="1440"/>
                    <a:pt x="3450" y="1432"/>
                    <a:pt x="3521" y="1432"/>
                  </a:cubicBezTo>
                  <a:cubicBezTo>
                    <a:pt x="3645" y="1432"/>
                    <a:pt x="3765" y="1455"/>
                    <a:pt x="3870" y="1519"/>
                  </a:cubicBezTo>
                  <a:cubicBezTo>
                    <a:pt x="3970" y="1585"/>
                    <a:pt x="4037" y="1619"/>
                    <a:pt x="4104" y="1719"/>
                  </a:cubicBezTo>
                  <a:cubicBezTo>
                    <a:pt x="4137" y="1719"/>
                    <a:pt x="4170" y="1785"/>
                    <a:pt x="4237" y="1785"/>
                  </a:cubicBezTo>
                  <a:cubicBezTo>
                    <a:pt x="4271" y="1752"/>
                    <a:pt x="4271" y="1652"/>
                    <a:pt x="4271" y="1619"/>
                  </a:cubicBezTo>
                  <a:cubicBezTo>
                    <a:pt x="4237" y="1519"/>
                    <a:pt x="4170" y="1418"/>
                    <a:pt x="4104" y="1318"/>
                  </a:cubicBezTo>
                  <a:cubicBezTo>
                    <a:pt x="4070" y="1252"/>
                    <a:pt x="4037" y="1185"/>
                    <a:pt x="3970" y="1118"/>
                  </a:cubicBezTo>
                  <a:cubicBezTo>
                    <a:pt x="3904" y="1052"/>
                    <a:pt x="3904" y="1018"/>
                    <a:pt x="3970" y="951"/>
                  </a:cubicBezTo>
                  <a:cubicBezTo>
                    <a:pt x="4004" y="918"/>
                    <a:pt x="4004" y="851"/>
                    <a:pt x="4037" y="818"/>
                  </a:cubicBezTo>
                  <a:cubicBezTo>
                    <a:pt x="4104" y="651"/>
                    <a:pt x="4137" y="451"/>
                    <a:pt x="4104" y="284"/>
                  </a:cubicBezTo>
                  <a:cubicBezTo>
                    <a:pt x="4004" y="284"/>
                    <a:pt x="3937" y="318"/>
                    <a:pt x="3870" y="384"/>
                  </a:cubicBezTo>
                  <a:lnTo>
                    <a:pt x="3837" y="451"/>
                  </a:lnTo>
                  <a:cubicBezTo>
                    <a:pt x="3770" y="518"/>
                    <a:pt x="3703" y="551"/>
                    <a:pt x="3637" y="618"/>
                  </a:cubicBezTo>
                  <a:cubicBezTo>
                    <a:pt x="3500" y="700"/>
                    <a:pt x="3340" y="760"/>
                    <a:pt x="3176" y="760"/>
                  </a:cubicBezTo>
                  <a:cubicBezTo>
                    <a:pt x="3141" y="760"/>
                    <a:pt x="3105" y="757"/>
                    <a:pt x="3070" y="751"/>
                  </a:cubicBezTo>
                  <a:cubicBezTo>
                    <a:pt x="2970" y="751"/>
                    <a:pt x="2870" y="718"/>
                    <a:pt x="2803" y="651"/>
                  </a:cubicBezTo>
                  <a:cubicBezTo>
                    <a:pt x="2836" y="651"/>
                    <a:pt x="2836" y="585"/>
                    <a:pt x="2803" y="551"/>
                  </a:cubicBezTo>
                  <a:cubicBezTo>
                    <a:pt x="2769" y="484"/>
                    <a:pt x="2736" y="451"/>
                    <a:pt x="2669" y="451"/>
                  </a:cubicBezTo>
                  <a:cubicBezTo>
                    <a:pt x="2569" y="384"/>
                    <a:pt x="2469" y="351"/>
                    <a:pt x="2369" y="284"/>
                  </a:cubicBezTo>
                  <a:cubicBezTo>
                    <a:pt x="2202" y="184"/>
                    <a:pt x="2002" y="151"/>
                    <a:pt x="1802" y="51"/>
                  </a:cubicBezTo>
                  <a:cubicBezTo>
                    <a:pt x="1735" y="17"/>
                    <a:pt x="1669" y="1"/>
                    <a:pt x="15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4"/>
            <p:cNvSpPr/>
            <p:nvPr/>
          </p:nvSpPr>
          <p:spPr>
            <a:xfrm>
              <a:off x="7643469" y="3573581"/>
              <a:ext cx="165373" cy="102105"/>
            </a:xfrm>
            <a:custGeom>
              <a:avLst/>
              <a:gdLst/>
              <a:ahLst/>
              <a:cxnLst/>
              <a:rect l="l" t="t" r="r" b="b"/>
              <a:pathLst>
                <a:path w="4271" h="2637" extrusionOk="0">
                  <a:moveTo>
                    <a:pt x="1565" y="0"/>
                  </a:moveTo>
                  <a:cubicBezTo>
                    <a:pt x="1508" y="0"/>
                    <a:pt x="1452" y="11"/>
                    <a:pt x="1401" y="37"/>
                  </a:cubicBezTo>
                  <a:cubicBezTo>
                    <a:pt x="1335" y="103"/>
                    <a:pt x="1268" y="170"/>
                    <a:pt x="1235" y="237"/>
                  </a:cubicBezTo>
                  <a:cubicBezTo>
                    <a:pt x="1201" y="270"/>
                    <a:pt x="1168" y="304"/>
                    <a:pt x="1168" y="370"/>
                  </a:cubicBezTo>
                  <a:cubicBezTo>
                    <a:pt x="1068" y="370"/>
                    <a:pt x="1001" y="404"/>
                    <a:pt x="901" y="437"/>
                  </a:cubicBezTo>
                  <a:cubicBezTo>
                    <a:pt x="734" y="537"/>
                    <a:pt x="567" y="637"/>
                    <a:pt x="401" y="804"/>
                  </a:cubicBezTo>
                  <a:cubicBezTo>
                    <a:pt x="267" y="904"/>
                    <a:pt x="134" y="1037"/>
                    <a:pt x="67" y="1204"/>
                  </a:cubicBezTo>
                  <a:cubicBezTo>
                    <a:pt x="34" y="1271"/>
                    <a:pt x="0" y="1338"/>
                    <a:pt x="34" y="1404"/>
                  </a:cubicBezTo>
                  <a:cubicBezTo>
                    <a:pt x="67" y="1471"/>
                    <a:pt x="100" y="1571"/>
                    <a:pt x="167" y="1638"/>
                  </a:cubicBezTo>
                  <a:cubicBezTo>
                    <a:pt x="267" y="1771"/>
                    <a:pt x="401" y="1905"/>
                    <a:pt x="567" y="1971"/>
                  </a:cubicBezTo>
                  <a:cubicBezTo>
                    <a:pt x="734" y="2038"/>
                    <a:pt x="901" y="2072"/>
                    <a:pt x="1068" y="2072"/>
                  </a:cubicBezTo>
                  <a:lnTo>
                    <a:pt x="1668" y="2072"/>
                  </a:lnTo>
                  <a:lnTo>
                    <a:pt x="1735" y="2205"/>
                  </a:lnTo>
                  <a:cubicBezTo>
                    <a:pt x="1768" y="2305"/>
                    <a:pt x="1835" y="2372"/>
                    <a:pt x="1902" y="2472"/>
                  </a:cubicBezTo>
                  <a:cubicBezTo>
                    <a:pt x="1974" y="2520"/>
                    <a:pt x="2097" y="2637"/>
                    <a:pt x="2198" y="2637"/>
                  </a:cubicBezTo>
                  <a:cubicBezTo>
                    <a:pt x="2238" y="2637"/>
                    <a:pt x="2274" y="2619"/>
                    <a:pt x="2302" y="2572"/>
                  </a:cubicBezTo>
                  <a:cubicBezTo>
                    <a:pt x="2335" y="2505"/>
                    <a:pt x="2369" y="2438"/>
                    <a:pt x="2369" y="2338"/>
                  </a:cubicBezTo>
                  <a:cubicBezTo>
                    <a:pt x="2402" y="2272"/>
                    <a:pt x="2435" y="2238"/>
                    <a:pt x="2469" y="2205"/>
                  </a:cubicBezTo>
                  <a:cubicBezTo>
                    <a:pt x="2502" y="2205"/>
                    <a:pt x="2536" y="2138"/>
                    <a:pt x="2569" y="2105"/>
                  </a:cubicBezTo>
                  <a:cubicBezTo>
                    <a:pt x="2569" y="2072"/>
                    <a:pt x="2502" y="2038"/>
                    <a:pt x="2469" y="2005"/>
                  </a:cubicBezTo>
                  <a:cubicBezTo>
                    <a:pt x="2402" y="2005"/>
                    <a:pt x="2369" y="1971"/>
                    <a:pt x="2302" y="1971"/>
                  </a:cubicBezTo>
                  <a:cubicBezTo>
                    <a:pt x="2369" y="1938"/>
                    <a:pt x="2435" y="1938"/>
                    <a:pt x="2502" y="1905"/>
                  </a:cubicBezTo>
                  <a:cubicBezTo>
                    <a:pt x="2602" y="1871"/>
                    <a:pt x="2669" y="1805"/>
                    <a:pt x="2769" y="1771"/>
                  </a:cubicBezTo>
                  <a:cubicBezTo>
                    <a:pt x="2902" y="1638"/>
                    <a:pt x="3103" y="1538"/>
                    <a:pt x="3303" y="1471"/>
                  </a:cubicBezTo>
                  <a:cubicBezTo>
                    <a:pt x="3374" y="1447"/>
                    <a:pt x="3445" y="1436"/>
                    <a:pt x="3514" y="1436"/>
                  </a:cubicBezTo>
                  <a:cubicBezTo>
                    <a:pt x="3641" y="1436"/>
                    <a:pt x="3762" y="1473"/>
                    <a:pt x="3870" y="1538"/>
                  </a:cubicBezTo>
                  <a:cubicBezTo>
                    <a:pt x="3970" y="1571"/>
                    <a:pt x="4037" y="1638"/>
                    <a:pt x="4103" y="1705"/>
                  </a:cubicBezTo>
                  <a:cubicBezTo>
                    <a:pt x="4130" y="1732"/>
                    <a:pt x="4157" y="1780"/>
                    <a:pt x="4202" y="1780"/>
                  </a:cubicBezTo>
                  <a:cubicBezTo>
                    <a:pt x="4213" y="1780"/>
                    <a:pt x="4224" y="1778"/>
                    <a:pt x="4237" y="1771"/>
                  </a:cubicBezTo>
                  <a:cubicBezTo>
                    <a:pt x="4270" y="1771"/>
                    <a:pt x="4270" y="1638"/>
                    <a:pt x="4270" y="1605"/>
                  </a:cubicBezTo>
                  <a:cubicBezTo>
                    <a:pt x="4237" y="1504"/>
                    <a:pt x="4170" y="1404"/>
                    <a:pt x="4137" y="1338"/>
                  </a:cubicBezTo>
                  <a:cubicBezTo>
                    <a:pt x="4103" y="1238"/>
                    <a:pt x="4037" y="1171"/>
                    <a:pt x="4003" y="1138"/>
                  </a:cubicBezTo>
                  <a:cubicBezTo>
                    <a:pt x="3937" y="1071"/>
                    <a:pt x="3937" y="1004"/>
                    <a:pt x="4003" y="937"/>
                  </a:cubicBezTo>
                  <a:lnTo>
                    <a:pt x="4070" y="837"/>
                  </a:lnTo>
                  <a:cubicBezTo>
                    <a:pt x="4137" y="637"/>
                    <a:pt x="4137" y="470"/>
                    <a:pt x="4103" y="270"/>
                  </a:cubicBezTo>
                  <a:cubicBezTo>
                    <a:pt x="4037" y="270"/>
                    <a:pt x="3937" y="337"/>
                    <a:pt x="3903" y="404"/>
                  </a:cubicBezTo>
                  <a:lnTo>
                    <a:pt x="3836" y="437"/>
                  </a:lnTo>
                  <a:cubicBezTo>
                    <a:pt x="3770" y="504"/>
                    <a:pt x="3736" y="570"/>
                    <a:pt x="3670" y="604"/>
                  </a:cubicBezTo>
                  <a:cubicBezTo>
                    <a:pt x="3503" y="737"/>
                    <a:pt x="3303" y="771"/>
                    <a:pt x="3103" y="771"/>
                  </a:cubicBezTo>
                  <a:cubicBezTo>
                    <a:pt x="3003" y="737"/>
                    <a:pt x="2902" y="704"/>
                    <a:pt x="2802" y="671"/>
                  </a:cubicBezTo>
                  <a:cubicBezTo>
                    <a:pt x="2836" y="637"/>
                    <a:pt x="2869" y="604"/>
                    <a:pt x="2836" y="570"/>
                  </a:cubicBezTo>
                  <a:cubicBezTo>
                    <a:pt x="2802" y="504"/>
                    <a:pt x="2736" y="470"/>
                    <a:pt x="2669" y="437"/>
                  </a:cubicBezTo>
                  <a:lnTo>
                    <a:pt x="2402" y="304"/>
                  </a:lnTo>
                  <a:cubicBezTo>
                    <a:pt x="2202" y="204"/>
                    <a:pt x="2002" y="170"/>
                    <a:pt x="1835" y="70"/>
                  </a:cubicBezTo>
                  <a:cubicBezTo>
                    <a:pt x="1753" y="29"/>
                    <a:pt x="1657" y="0"/>
                    <a:pt x="15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4"/>
            <p:cNvSpPr/>
            <p:nvPr/>
          </p:nvSpPr>
          <p:spPr>
            <a:xfrm>
              <a:off x="5898431" y="3573818"/>
              <a:ext cx="165373" cy="101601"/>
            </a:xfrm>
            <a:custGeom>
              <a:avLst/>
              <a:gdLst/>
              <a:ahLst/>
              <a:cxnLst/>
              <a:rect l="l" t="t" r="r" b="b"/>
              <a:pathLst>
                <a:path w="4271" h="2624" extrusionOk="0">
                  <a:moveTo>
                    <a:pt x="1518" y="0"/>
                  </a:moveTo>
                  <a:cubicBezTo>
                    <a:pt x="1443" y="0"/>
                    <a:pt x="1368" y="17"/>
                    <a:pt x="1302" y="50"/>
                  </a:cubicBezTo>
                  <a:cubicBezTo>
                    <a:pt x="1235" y="117"/>
                    <a:pt x="1201" y="184"/>
                    <a:pt x="1135" y="251"/>
                  </a:cubicBezTo>
                  <a:cubicBezTo>
                    <a:pt x="1135" y="284"/>
                    <a:pt x="1101" y="351"/>
                    <a:pt x="1068" y="384"/>
                  </a:cubicBezTo>
                  <a:cubicBezTo>
                    <a:pt x="1001" y="417"/>
                    <a:pt x="935" y="451"/>
                    <a:pt x="835" y="484"/>
                  </a:cubicBezTo>
                  <a:cubicBezTo>
                    <a:pt x="668" y="584"/>
                    <a:pt x="501" y="684"/>
                    <a:pt x="368" y="851"/>
                  </a:cubicBezTo>
                  <a:cubicBezTo>
                    <a:pt x="201" y="951"/>
                    <a:pt x="101" y="1118"/>
                    <a:pt x="34" y="1285"/>
                  </a:cubicBezTo>
                  <a:cubicBezTo>
                    <a:pt x="1" y="1351"/>
                    <a:pt x="1" y="1418"/>
                    <a:pt x="34" y="1485"/>
                  </a:cubicBezTo>
                  <a:cubicBezTo>
                    <a:pt x="67" y="1585"/>
                    <a:pt x="101" y="1652"/>
                    <a:pt x="167" y="1718"/>
                  </a:cubicBezTo>
                  <a:cubicBezTo>
                    <a:pt x="267" y="1852"/>
                    <a:pt x="434" y="1952"/>
                    <a:pt x="601" y="2019"/>
                  </a:cubicBezTo>
                  <a:cubicBezTo>
                    <a:pt x="734" y="2085"/>
                    <a:pt x="901" y="2119"/>
                    <a:pt x="1068" y="2119"/>
                  </a:cubicBezTo>
                  <a:cubicBezTo>
                    <a:pt x="1268" y="2119"/>
                    <a:pt x="1468" y="2085"/>
                    <a:pt x="1668" y="2085"/>
                  </a:cubicBezTo>
                  <a:cubicBezTo>
                    <a:pt x="1702" y="2119"/>
                    <a:pt x="1735" y="2152"/>
                    <a:pt x="1735" y="2185"/>
                  </a:cubicBezTo>
                  <a:cubicBezTo>
                    <a:pt x="1802" y="2285"/>
                    <a:pt x="1869" y="2385"/>
                    <a:pt x="1935" y="2452"/>
                  </a:cubicBezTo>
                  <a:cubicBezTo>
                    <a:pt x="2005" y="2522"/>
                    <a:pt x="2122" y="2623"/>
                    <a:pt x="2232" y="2623"/>
                  </a:cubicBezTo>
                  <a:cubicBezTo>
                    <a:pt x="2281" y="2623"/>
                    <a:pt x="2328" y="2603"/>
                    <a:pt x="2369" y="2552"/>
                  </a:cubicBezTo>
                  <a:cubicBezTo>
                    <a:pt x="2402" y="2486"/>
                    <a:pt x="2402" y="2385"/>
                    <a:pt x="2436" y="2319"/>
                  </a:cubicBezTo>
                  <a:cubicBezTo>
                    <a:pt x="2436" y="2252"/>
                    <a:pt x="2469" y="2185"/>
                    <a:pt x="2502" y="2152"/>
                  </a:cubicBezTo>
                  <a:cubicBezTo>
                    <a:pt x="2536" y="2119"/>
                    <a:pt x="2569" y="2119"/>
                    <a:pt x="2569" y="2085"/>
                  </a:cubicBezTo>
                  <a:cubicBezTo>
                    <a:pt x="2602" y="2052"/>
                    <a:pt x="2536" y="1985"/>
                    <a:pt x="2502" y="1985"/>
                  </a:cubicBezTo>
                  <a:cubicBezTo>
                    <a:pt x="2436" y="1985"/>
                    <a:pt x="2369" y="1952"/>
                    <a:pt x="2336" y="1918"/>
                  </a:cubicBezTo>
                  <a:cubicBezTo>
                    <a:pt x="2402" y="1918"/>
                    <a:pt x="2469" y="1885"/>
                    <a:pt x="2536" y="1852"/>
                  </a:cubicBezTo>
                  <a:cubicBezTo>
                    <a:pt x="2602" y="1818"/>
                    <a:pt x="2703" y="1785"/>
                    <a:pt x="2769" y="1718"/>
                  </a:cubicBezTo>
                  <a:cubicBezTo>
                    <a:pt x="2936" y="1585"/>
                    <a:pt x="3103" y="1451"/>
                    <a:pt x="3303" y="1385"/>
                  </a:cubicBezTo>
                  <a:cubicBezTo>
                    <a:pt x="3393" y="1355"/>
                    <a:pt x="3483" y="1338"/>
                    <a:pt x="3570" y="1338"/>
                  </a:cubicBezTo>
                  <a:cubicBezTo>
                    <a:pt x="3676" y="1338"/>
                    <a:pt x="3778" y="1363"/>
                    <a:pt x="3870" y="1418"/>
                  </a:cubicBezTo>
                  <a:cubicBezTo>
                    <a:pt x="3970" y="1451"/>
                    <a:pt x="4037" y="1518"/>
                    <a:pt x="4104" y="1585"/>
                  </a:cubicBezTo>
                  <a:cubicBezTo>
                    <a:pt x="4131" y="1612"/>
                    <a:pt x="4179" y="1661"/>
                    <a:pt x="4215" y="1661"/>
                  </a:cubicBezTo>
                  <a:cubicBezTo>
                    <a:pt x="4223" y="1661"/>
                    <a:pt x="4231" y="1658"/>
                    <a:pt x="4237" y="1652"/>
                  </a:cubicBezTo>
                  <a:cubicBezTo>
                    <a:pt x="4270" y="1618"/>
                    <a:pt x="4270" y="1518"/>
                    <a:pt x="4270" y="1485"/>
                  </a:cubicBezTo>
                  <a:cubicBezTo>
                    <a:pt x="4237" y="1385"/>
                    <a:pt x="4170" y="1251"/>
                    <a:pt x="4137" y="1185"/>
                  </a:cubicBezTo>
                  <a:cubicBezTo>
                    <a:pt x="4070" y="1118"/>
                    <a:pt x="4037" y="1051"/>
                    <a:pt x="3970" y="984"/>
                  </a:cubicBezTo>
                  <a:cubicBezTo>
                    <a:pt x="3937" y="918"/>
                    <a:pt x="3903" y="884"/>
                    <a:pt x="3937" y="818"/>
                  </a:cubicBezTo>
                  <a:cubicBezTo>
                    <a:pt x="3970" y="784"/>
                    <a:pt x="4003" y="718"/>
                    <a:pt x="4003" y="684"/>
                  </a:cubicBezTo>
                  <a:cubicBezTo>
                    <a:pt x="4070" y="517"/>
                    <a:pt x="4070" y="317"/>
                    <a:pt x="4037" y="117"/>
                  </a:cubicBezTo>
                  <a:lnTo>
                    <a:pt x="4037" y="117"/>
                  </a:lnTo>
                  <a:cubicBezTo>
                    <a:pt x="3937" y="151"/>
                    <a:pt x="3870" y="184"/>
                    <a:pt x="3803" y="284"/>
                  </a:cubicBezTo>
                  <a:lnTo>
                    <a:pt x="3770" y="317"/>
                  </a:lnTo>
                  <a:cubicBezTo>
                    <a:pt x="3703" y="384"/>
                    <a:pt x="3670" y="451"/>
                    <a:pt x="3603" y="484"/>
                  </a:cubicBezTo>
                  <a:cubicBezTo>
                    <a:pt x="3463" y="604"/>
                    <a:pt x="3287" y="664"/>
                    <a:pt x="3111" y="664"/>
                  </a:cubicBezTo>
                  <a:cubicBezTo>
                    <a:pt x="2993" y="664"/>
                    <a:pt x="2876" y="638"/>
                    <a:pt x="2769" y="584"/>
                  </a:cubicBezTo>
                  <a:cubicBezTo>
                    <a:pt x="2803" y="551"/>
                    <a:pt x="2803" y="517"/>
                    <a:pt x="2769" y="484"/>
                  </a:cubicBezTo>
                  <a:cubicBezTo>
                    <a:pt x="2736" y="417"/>
                    <a:pt x="2669" y="384"/>
                    <a:pt x="2602" y="384"/>
                  </a:cubicBezTo>
                  <a:cubicBezTo>
                    <a:pt x="2569" y="351"/>
                    <a:pt x="2436" y="284"/>
                    <a:pt x="2336" y="251"/>
                  </a:cubicBezTo>
                  <a:cubicBezTo>
                    <a:pt x="2135" y="151"/>
                    <a:pt x="1902" y="117"/>
                    <a:pt x="1735" y="50"/>
                  </a:cubicBezTo>
                  <a:cubicBezTo>
                    <a:pt x="1668" y="17"/>
                    <a:pt x="1593" y="0"/>
                    <a:pt x="1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8" name="Google Shape;278;p14"/>
          <p:cNvSpPr/>
          <p:nvPr/>
        </p:nvSpPr>
        <p:spPr>
          <a:xfrm>
            <a:off x="6564836" y="4708398"/>
            <a:ext cx="2580631" cy="220394"/>
          </a:xfrm>
          <a:custGeom>
            <a:avLst/>
            <a:gdLst/>
            <a:ahLst/>
            <a:cxnLst/>
            <a:rect l="l" t="t" r="r" b="b"/>
            <a:pathLst>
              <a:path w="74828" h="6391" extrusionOk="0">
                <a:moveTo>
                  <a:pt x="74828" y="0"/>
                </a:moveTo>
                <a:cubicBezTo>
                  <a:pt x="54536" y="1366"/>
                  <a:pt x="34146" y="1586"/>
                  <a:pt x="13756" y="1781"/>
                </a:cubicBezTo>
                <a:lnTo>
                  <a:pt x="27122" y="3098"/>
                </a:lnTo>
                <a:cubicBezTo>
                  <a:pt x="20189" y="3829"/>
                  <a:pt x="13243" y="4199"/>
                  <a:pt x="6292" y="4199"/>
                </a:cubicBezTo>
                <a:cubicBezTo>
                  <a:pt x="4195" y="4199"/>
                  <a:pt x="2098" y="4166"/>
                  <a:pt x="0" y="4098"/>
                </a:cubicBezTo>
                <a:lnTo>
                  <a:pt x="0" y="4098"/>
                </a:lnTo>
                <a:cubicBezTo>
                  <a:pt x="7559" y="5276"/>
                  <a:pt x="15184" y="5861"/>
                  <a:pt x="22816" y="5861"/>
                </a:cubicBezTo>
                <a:cubicBezTo>
                  <a:pt x="26561" y="5861"/>
                  <a:pt x="30307" y="5720"/>
                  <a:pt x="34048" y="5439"/>
                </a:cubicBezTo>
                <a:cubicBezTo>
                  <a:pt x="37487" y="5171"/>
                  <a:pt x="40926" y="4805"/>
                  <a:pt x="44390" y="4659"/>
                </a:cubicBezTo>
                <a:cubicBezTo>
                  <a:pt x="45675" y="4602"/>
                  <a:pt x="46963" y="4578"/>
                  <a:pt x="48252" y="4578"/>
                </a:cubicBezTo>
                <a:cubicBezTo>
                  <a:pt x="51364" y="4578"/>
                  <a:pt x="54480" y="4716"/>
                  <a:pt x="57584" y="4854"/>
                </a:cubicBezTo>
                <a:cubicBezTo>
                  <a:pt x="63340" y="5098"/>
                  <a:pt x="69243" y="5366"/>
                  <a:pt x="74828" y="6390"/>
                </a:cubicBezTo>
                <a:lnTo>
                  <a:pt x="7482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4"/>
          <p:cNvSpPr/>
          <p:nvPr/>
        </p:nvSpPr>
        <p:spPr>
          <a:xfrm>
            <a:off x="-150" y="2815525"/>
            <a:ext cx="2508310" cy="226808"/>
          </a:xfrm>
          <a:custGeom>
            <a:avLst/>
            <a:gdLst/>
            <a:ahLst/>
            <a:cxnLst/>
            <a:rect l="l" t="t" r="r" b="b"/>
            <a:pathLst>
              <a:path w="72731" h="6577" extrusionOk="0">
                <a:moveTo>
                  <a:pt x="6033" y="0"/>
                </a:moveTo>
                <a:cubicBezTo>
                  <a:pt x="4022" y="0"/>
                  <a:pt x="2008" y="129"/>
                  <a:pt x="0" y="387"/>
                </a:cubicBezTo>
                <a:lnTo>
                  <a:pt x="0" y="5924"/>
                </a:lnTo>
                <a:cubicBezTo>
                  <a:pt x="2212" y="5131"/>
                  <a:pt x="4316" y="4071"/>
                  <a:pt x="6558" y="4071"/>
                </a:cubicBezTo>
                <a:cubicBezTo>
                  <a:pt x="6937" y="4071"/>
                  <a:pt x="7320" y="4101"/>
                  <a:pt x="7707" y="4168"/>
                </a:cubicBezTo>
                <a:cubicBezTo>
                  <a:pt x="9049" y="4387"/>
                  <a:pt x="10171" y="5046"/>
                  <a:pt x="11439" y="5436"/>
                </a:cubicBezTo>
                <a:cubicBezTo>
                  <a:pt x="12854" y="5851"/>
                  <a:pt x="14390" y="5973"/>
                  <a:pt x="15902" y="6070"/>
                </a:cubicBezTo>
                <a:cubicBezTo>
                  <a:pt x="21369" y="6417"/>
                  <a:pt x="26835" y="6576"/>
                  <a:pt x="32316" y="6576"/>
                </a:cubicBezTo>
                <a:cubicBezTo>
                  <a:pt x="33389" y="6576"/>
                  <a:pt x="34462" y="6570"/>
                  <a:pt x="35536" y="6558"/>
                </a:cubicBezTo>
                <a:cubicBezTo>
                  <a:pt x="31390" y="6412"/>
                  <a:pt x="27292" y="5851"/>
                  <a:pt x="23268" y="4826"/>
                </a:cubicBezTo>
                <a:cubicBezTo>
                  <a:pt x="25338" y="4383"/>
                  <a:pt x="27448" y="4225"/>
                  <a:pt x="29580" y="4225"/>
                </a:cubicBezTo>
                <a:cubicBezTo>
                  <a:pt x="34128" y="4225"/>
                  <a:pt x="38774" y="4944"/>
                  <a:pt x="43341" y="5143"/>
                </a:cubicBezTo>
                <a:cubicBezTo>
                  <a:pt x="44191" y="5178"/>
                  <a:pt x="45042" y="5194"/>
                  <a:pt x="45893" y="5194"/>
                </a:cubicBezTo>
                <a:cubicBezTo>
                  <a:pt x="50407" y="5194"/>
                  <a:pt x="54919" y="4749"/>
                  <a:pt x="59414" y="4339"/>
                </a:cubicBezTo>
                <a:cubicBezTo>
                  <a:pt x="63901" y="3900"/>
                  <a:pt x="68462" y="3461"/>
                  <a:pt x="72730" y="2265"/>
                </a:cubicBezTo>
                <a:cubicBezTo>
                  <a:pt x="70452" y="1811"/>
                  <a:pt x="68142" y="1652"/>
                  <a:pt x="65813" y="1652"/>
                </a:cubicBezTo>
                <a:cubicBezTo>
                  <a:pt x="60350" y="1652"/>
                  <a:pt x="54781" y="2528"/>
                  <a:pt x="49275" y="2528"/>
                </a:cubicBezTo>
                <a:cubicBezTo>
                  <a:pt x="48434" y="2528"/>
                  <a:pt x="47593" y="2508"/>
                  <a:pt x="46755" y="2461"/>
                </a:cubicBezTo>
                <a:cubicBezTo>
                  <a:pt x="40531" y="2132"/>
                  <a:pt x="34410" y="350"/>
                  <a:pt x="28276" y="350"/>
                </a:cubicBezTo>
                <a:cubicBezTo>
                  <a:pt x="27128" y="350"/>
                  <a:pt x="25979" y="412"/>
                  <a:pt x="24829" y="558"/>
                </a:cubicBezTo>
                <a:cubicBezTo>
                  <a:pt x="23024" y="802"/>
                  <a:pt x="21268" y="1217"/>
                  <a:pt x="19463" y="1266"/>
                </a:cubicBezTo>
                <a:cubicBezTo>
                  <a:pt x="19310" y="1271"/>
                  <a:pt x="19157" y="1273"/>
                  <a:pt x="19005" y="1273"/>
                </a:cubicBezTo>
                <a:cubicBezTo>
                  <a:pt x="17014" y="1273"/>
                  <a:pt x="15045" y="851"/>
                  <a:pt x="13098" y="534"/>
                </a:cubicBezTo>
                <a:cubicBezTo>
                  <a:pt x="10753" y="178"/>
                  <a:pt x="8395" y="0"/>
                  <a:pt x="603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4"/>
          <p:cNvSpPr txBox="1">
            <a:spLocks noGrp="1"/>
          </p:cNvSpPr>
          <p:nvPr>
            <p:ph type="title" idx="2"/>
          </p:nvPr>
        </p:nvSpPr>
        <p:spPr>
          <a:xfrm>
            <a:off x="713225" y="537600"/>
            <a:ext cx="4669200" cy="4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2"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36"/>
          <p:cNvSpPr/>
          <p:nvPr/>
        </p:nvSpPr>
        <p:spPr>
          <a:xfrm>
            <a:off x="-75550" y="200100"/>
            <a:ext cx="2999813" cy="295452"/>
          </a:xfrm>
          <a:custGeom>
            <a:avLst/>
            <a:gdLst/>
            <a:ahLst/>
            <a:cxnLst/>
            <a:rect l="l" t="t" r="r" b="b"/>
            <a:pathLst>
              <a:path w="45049" h="3952" extrusionOk="0">
                <a:moveTo>
                  <a:pt x="0" y="1"/>
                </a:moveTo>
                <a:lnTo>
                  <a:pt x="0" y="3952"/>
                </a:lnTo>
                <a:cubicBezTo>
                  <a:pt x="1610" y="3513"/>
                  <a:pt x="3220" y="3196"/>
                  <a:pt x="4854" y="3025"/>
                </a:cubicBezTo>
                <a:cubicBezTo>
                  <a:pt x="6659" y="2830"/>
                  <a:pt x="8482" y="2787"/>
                  <a:pt x="10308" y="2787"/>
                </a:cubicBezTo>
                <a:cubicBezTo>
                  <a:pt x="11728" y="2787"/>
                  <a:pt x="13151" y="2813"/>
                  <a:pt x="14567" y="2813"/>
                </a:cubicBezTo>
                <a:cubicBezTo>
                  <a:pt x="14972" y="2813"/>
                  <a:pt x="15377" y="2811"/>
                  <a:pt x="15780" y="2806"/>
                </a:cubicBezTo>
                <a:cubicBezTo>
                  <a:pt x="25609" y="2659"/>
                  <a:pt x="35268" y="586"/>
                  <a:pt x="45048" y="50"/>
                </a:cubicBezTo>
                <a:lnTo>
                  <a:pt x="45048" y="50"/>
                </a:lnTo>
                <a:cubicBezTo>
                  <a:pt x="41999" y="123"/>
                  <a:pt x="38926" y="172"/>
                  <a:pt x="35853" y="245"/>
                </a:cubicBezTo>
                <a:cubicBezTo>
                  <a:pt x="28195" y="391"/>
                  <a:pt x="20561" y="513"/>
                  <a:pt x="12902" y="635"/>
                </a:cubicBezTo>
                <a:cubicBezTo>
                  <a:pt x="11554" y="654"/>
                  <a:pt x="10201" y="673"/>
                  <a:pt x="8849" y="673"/>
                </a:cubicBezTo>
                <a:cubicBezTo>
                  <a:pt x="6754" y="673"/>
                  <a:pt x="4661" y="627"/>
                  <a:pt x="2586" y="464"/>
                </a:cubicBezTo>
                <a:cubicBezTo>
                  <a:pt x="1708" y="391"/>
                  <a:pt x="854" y="245"/>
                  <a:pt x="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36"/>
          <p:cNvSpPr/>
          <p:nvPr/>
        </p:nvSpPr>
        <p:spPr>
          <a:xfrm>
            <a:off x="6070575" y="4056851"/>
            <a:ext cx="3073373" cy="262494"/>
          </a:xfrm>
          <a:custGeom>
            <a:avLst/>
            <a:gdLst/>
            <a:ahLst/>
            <a:cxnLst/>
            <a:rect l="l" t="t" r="r" b="b"/>
            <a:pathLst>
              <a:path w="74828" h="6391" extrusionOk="0">
                <a:moveTo>
                  <a:pt x="74828" y="0"/>
                </a:moveTo>
                <a:cubicBezTo>
                  <a:pt x="54536" y="1366"/>
                  <a:pt x="34146" y="1586"/>
                  <a:pt x="13756" y="1781"/>
                </a:cubicBezTo>
                <a:lnTo>
                  <a:pt x="27122" y="3098"/>
                </a:lnTo>
                <a:cubicBezTo>
                  <a:pt x="20189" y="3829"/>
                  <a:pt x="13243" y="4199"/>
                  <a:pt x="6292" y="4199"/>
                </a:cubicBezTo>
                <a:cubicBezTo>
                  <a:pt x="4195" y="4199"/>
                  <a:pt x="2098" y="4166"/>
                  <a:pt x="0" y="4098"/>
                </a:cubicBezTo>
                <a:lnTo>
                  <a:pt x="0" y="4098"/>
                </a:lnTo>
                <a:cubicBezTo>
                  <a:pt x="7559" y="5276"/>
                  <a:pt x="15184" y="5861"/>
                  <a:pt x="22816" y="5861"/>
                </a:cubicBezTo>
                <a:cubicBezTo>
                  <a:pt x="26561" y="5861"/>
                  <a:pt x="30307" y="5720"/>
                  <a:pt x="34048" y="5439"/>
                </a:cubicBezTo>
                <a:cubicBezTo>
                  <a:pt x="37487" y="5171"/>
                  <a:pt x="40926" y="4805"/>
                  <a:pt x="44390" y="4659"/>
                </a:cubicBezTo>
                <a:cubicBezTo>
                  <a:pt x="45675" y="4602"/>
                  <a:pt x="46963" y="4578"/>
                  <a:pt x="48252" y="4578"/>
                </a:cubicBezTo>
                <a:cubicBezTo>
                  <a:pt x="51364" y="4578"/>
                  <a:pt x="54480" y="4716"/>
                  <a:pt x="57584" y="4854"/>
                </a:cubicBezTo>
                <a:cubicBezTo>
                  <a:pt x="63340" y="5098"/>
                  <a:pt x="69243" y="5366"/>
                  <a:pt x="74828" y="6390"/>
                </a:cubicBezTo>
                <a:lnTo>
                  <a:pt x="7482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36"/>
          <p:cNvSpPr/>
          <p:nvPr/>
        </p:nvSpPr>
        <p:spPr>
          <a:xfrm>
            <a:off x="-800" y="3021547"/>
            <a:ext cx="9145628" cy="3948820"/>
          </a:xfrm>
          <a:custGeom>
            <a:avLst/>
            <a:gdLst/>
            <a:ahLst/>
            <a:cxnLst/>
            <a:rect l="l" t="t" r="r" b="b"/>
            <a:pathLst>
              <a:path w="208483" h="100173" extrusionOk="0">
                <a:moveTo>
                  <a:pt x="0" y="1"/>
                </a:moveTo>
                <a:lnTo>
                  <a:pt x="208482" y="1"/>
                </a:lnTo>
                <a:lnTo>
                  <a:pt x="208482" y="100172"/>
                </a:lnTo>
                <a:lnTo>
                  <a:pt x="0" y="100172"/>
                </a:lnTo>
                <a:close/>
              </a:path>
            </a:pathLst>
          </a:custGeom>
          <a:gradFill>
            <a:gsLst>
              <a:gs pos="0">
                <a:srgbClr val="D0F3FF">
                  <a:alpha val="69411"/>
                </a:srgbClr>
              </a:gs>
              <a:gs pos="29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2_1"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7"/>
          <p:cNvSpPr/>
          <p:nvPr/>
        </p:nvSpPr>
        <p:spPr>
          <a:xfrm>
            <a:off x="3115386" y="72637"/>
            <a:ext cx="277222" cy="126016"/>
          </a:xfrm>
          <a:custGeom>
            <a:avLst/>
            <a:gdLst/>
            <a:ahLst/>
            <a:cxnLst/>
            <a:rect l="l" t="t" r="r" b="b"/>
            <a:pathLst>
              <a:path w="8507" h="3867" extrusionOk="0">
                <a:moveTo>
                  <a:pt x="1" y="1"/>
                </a:moveTo>
                <a:lnTo>
                  <a:pt x="1" y="1"/>
                </a:lnTo>
                <a:cubicBezTo>
                  <a:pt x="401" y="901"/>
                  <a:pt x="1568" y="1302"/>
                  <a:pt x="2102" y="1602"/>
                </a:cubicBezTo>
                <a:cubicBezTo>
                  <a:pt x="2369" y="1769"/>
                  <a:pt x="2936" y="2169"/>
                  <a:pt x="2936" y="2636"/>
                </a:cubicBezTo>
                <a:lnTo>
                  <a:pt x="1502" y="3103"/>
                </a:lnTo>
                <a:cubicBezTo>
                  <a:pt x="1702" y="3446"/>
                  <a:pt x="2172" y="3470"/>
                  <a:pt x="2554" y="3470"/>
                </a:cubicBezTo>
                <a:cubicBezTo>
                  <a:pt x="2617" y="3470"/>
                  <a:pt x="2679" y="3470"/>
                  <a:pt x="2736" y="3470"/>
                </a:cubicBezTo>
                <a:cubicBezTo>
                  <a:pt x="3069" y="3470"/>
                  <a:pt x="3103" y="3637"/>
                  <a:pt x="3370" y="3737"/>
                </a:cubicBezTo>
                <a:cubicBezTo>
                  <a:pt x="3633" y="3824"/>
                  <a:pt x="3901" y="3866"/>
                  <a:pt x="4165" y="3866"/>
                </a:cubicBezTo>
                <a:cubicBezTo>
                  <a:pt x="4807" y="3866"/>
                  <a:pt x="5423" y="3618"/>
                  <a:pt x="5871" y="3170"/>
                </a:cubicBezTo>
                <a:cubicBezTo>
                  <a:pt x="6072" y="3103"/>
                  <a:pt x="6272" y="3070"/>
                  <a:pt x="6472" y="3070"/>
                </a:cubicBezTo>
                <a:lnTo>
                  <a:pt x="5738" y="2736"/>
                </a:lnTo>
                <a:cubicBezTo>
                  <a:pt x="5954" y="2578"/>
                  <a:pt x="6269" y="2537"/>
                  <a:pt x="6609" y="2537"/>
                </a:cubicBezTo>
                <a:cubicBezTo>
                  <a:pt x="6961" y="2537"/>
                  <a:pt x="7339" y="2580"/>
                  <a:pt x="7659" y="2580"/>
                </a:cubicBezTo>
                <a:cubicBezTo>
                  <a:pt x="7747" y="2580"/>
                  <a:pt x="7829" y="2577"/>
                  <a:pt x="7906" y="2569"/>
                </a:cubicBezTo>
                <a:lnTo>
                  <a:pt x="8273" y="2436"/>
                </a:lnTo>
                <a:lnTo>
                  <a:pt x="8373" y="2302"/>
                </a:lnTo>
                <a:lnTo>
                  <a:pt x="8407" y="2269"/>
                </a:lnTo>
                <a:cubicBezTo>
                  <a:pt x="8473" y="2136"/>
                  <a:pt x="8440" y="2269"/>
                  <a:pt x="8507" y="2069"/>
                </a:cubicBezTo>
                <a:lnTo>
                  <a:pt x="8507" y="2069"/>
                </a:lnTo>
                <a:cubicBezTo>
                  <a:pt x="8123" y="2169"/>
                  <a:pt x="7739" y="2219"/>
                  <a:pt x="7360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7"/>
                  <a:pt x="6022" y="2051"/>
                  <a:pt x="5935" y="2051"/>
                </a:cubicBezTo>
                <a:cubicBezTo>
                  <a:pt x="5134" y="2051"/>
                  <a:pt x="5416" y="2513"/>
                  <a:pt x="4679" y="2513"/>
                </a:cubicBezTo>
                <a:cubicBezTo>
                  <a:pt x="4617" y="2513"/>
                  <a:pt x="4548" y="2509"/>
                  <a:pt x="4470" y="2502"/>
                </a:cubicBezTo>
                <a:lnTo>
                  <a:pt x="4204" y="2069"/>
                </a:lnTo>
                <a:cubicBezTo>
                  <a:pt x="4187" y="2060"/>
                  <a:pt x="4179" y="2058"/>
                  <a:pt x="4173" y="2058"/>
                </a:cubicBezTo>
                <a:cubicBezTo>
                  <a:pt x="4168" y="2058"/>
                  <a:pt x="4166" y="2060"/>
                  <a:pt x="4162" y="2060"/>
                </a:cubicBezTo>
                <a:cubicBezTo>
                  <a:pt x="4154" y="2060"/>
                  <a:pt x="4137" y="2052"/>
                  <a:pt x="4070" y="2002"/>
                </a:cubicBezTo>
                <a:cubicBezTo>
                  <a:pt x="4020" y="1935"/>
                  <a:pt x="4020" y="1935"/>
                  <a:pt x="4024" y="1935"/>
                </a:cubicBezTo>
                <a:cubicBezTo>
                  <a:pt x="4028" y="1935"/>
                  <a:pt x="4037" y="1935"/>
                  <a:pt x="4003" y="1869"/>
                </a:cubicBezTo>
                <a:cubicBezTo>
                  <a:pt x="3803" y="1769"/>
                  <a:pt x="3703" y="1635"/>
                  <a:pt x="3470" y="1502"/>
                </a:cubicBezTo>
                <a:cubicBezTo>
                  <a:pt x="2602" y="1035"/>
                  <a:pt x="1235" y="668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37"/>
          <p:cNvSpPr/>
          <p:nvPr/>
        </p:nvSpPr>
        <p:spPr>
          <a:xfrm>
            <a:off x="6867150" y="837300"/>
            <a:ext cx="1401000" cy="1401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37"/>
          <p:cNvSpPr/>
          <p:nvPr/>
        </p:nvSpPr>
        <p:spPr>
          <a:xfrm>
            <a:off x="5657561" y="198662"/>
            <a:ext cx="277222" cy="126016"/>
          </a:xfrm>
          <a:custGeom>
            <a:avLst/>
            <a:gdLst/>
            <a:ahLst/>
            <a:cxnLst/>
            <a:rect l="l" t="t" r="r" b="b"/>
            <a:pathLst>
              <a:path w="8507" h="3867" extrusionOk="0">
                <a:moveTo>
                  <a:pt x="1" y="1"/>
                </a:moveTo>
                <a:lnTo>
                  <a:pt x="1" y="1"/>
                </a:lnTo>
                <a:cubicBezTo>
                  <a:pt x="401" y="901"/>
                  <a:pt x="1568" y="1302"/>
                  <a:pt x="2102" y="1602"/>
                </a:cubicBezTo>
                <a:cubicBezTo>
                  <a:pt x="2369" y="1769"/>
                  <a:pt x="2936" y="2169"/>
                  <a:pt x="2936" y="2636"/>
                </a:cubicBezTo>
                <a:lnTo>
                  <a:pt x="1502" y="3103"/>
                </a:lnTo>
                <a:cubicBezTo>
                  <a:pt x="1702" y="3446"/>
                  <a:pt x="2172" y="3470"/>
                  <a:pt x="2554" y="3470"/>
                </a:cubicBezTo>
                <a:cubicBezTo>
                  <a:pt x="2617" y="3470"/>
                  <a:pt x="2679" y="3470"/>
                  <a:pt x="2736" y="3470"/>
                </a:cubicBezTo>
                <a:cubicBezTo>
                  <a:pt x="3069" y="3470"/>
                  <a:pt x="3103" y="3637"/>
                  <a:pt x="3370" y="3737"/>
                </a:cubicBezTo>
                <a:cubicBezTo>
                  <a:pt x="3633" y="3824"/>
                  <a:pt x="3901" y="3866"/>
                  <a:pt x="4165" y="3866"/>
                </a:cubicBezTo>
                <a:cubicBezTo>
                  <a:pt x="4807" y="3866"/>
                  <a:pt x="5423" y="3618"/>
                  <a:pt x="5871" y="3170"/>
                </a:cubicBezTo>
                <a:cubicBezTo>
                  <a:pt x="6072" y="3103"/>
                  <a:pt x="6272" y="3070"/>
                  <a:pt x="6472" y="3070"/>
                </a:cubicBezTo>
                <a:lnTo>
                  <a:pt x="5738" y="2736"/>
                </a:lnTo>
                <a:cubicBezTo>
                  <a:pt x="5954" y="2578"/>
                  <a:pt x="6269" y="2537"/>
                  <a:pt x="6609" y="2537"/>
                </a:cubicBezTo>
                <a:cubicBezTo>
                  <a:pt x="6961" y="2537"/>
                  <a:pt x="7339" y="2580"/>
                  <a:pt x="7659" y="2580"/>
                </a:cubicBezTo>
                <a:cubicBezTo>
                  <a:pt x="7747" y="2580"/>
                  <a:pt x="7829" y="2577"/>
                  <a:pt x="7906" y="2569"/>
                </a:cubicBezTo>
                <a:lnTo>
                  <a:pt x="8273" y="2436"/>
                </a:lnTo>
                <a:lnTo>
                  <a:pt x="8373" y="2302"/>
                </a:lnTo>
                <a:lnTo>
                  <a:pt x="8407" y="2269"/>
                </a:lnTo>
                <a:cubicBezTo>
                  <a:pt x="8473" y="2136"/>
                  <a:pt x="8440" y="2269"/>
                  <a:pt x="8507" y="2069"/>
                </a:cubicBezTo>
                <a:lnTo>
                  <a:pt x="8507" y="2069"/>
                </a:lnTo>
                <a:cubicBezTo>
                  <a:pt x="8123" y="2169"/>
                  <a:pt x="7739" y="2219"/>
                  <a:pt x="7360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7"/>
                  <a:pt x="6022" y="2051"/>
                  <a:pt x="5935" y="2051"/>
                </a:cubicBezTo>
                <a:cubicBezTo>
                  <a:pt x="5134" y="2051"/>
                  <a:pt x="5416" y="2513"/>
                  <a:pt x="4679" y="2513"/>
                </a:cubicBezTo>
                <a:cubicBezTo>
                  <a:pt x="4617" y="2513"/>
                  <a:pt x="4548" y="2509"/>
                  <a:pt x="4470" y="2502"/>
                </a:cubicBezTo>
                <a:lnTo>
                  <a:pt x="4204" y="2069"/>
                </a:lnTo>
                <a:cubicBezTo>
                  <a:pt x="4187" y="2060"/>
                  <a:pt x="4179" y="2058"/>
                  <a:pt x="4173" y="2058"/>
                </a:cubicBezTo>
                <a:cubicBezTo>
                  <a:pt x="4168" y="2058"/>
                  <a:pt x="4166" y="2060"/>
                  <a:pt x="4162" y="2060"/>
                </a:cubicBezTo>
                <a:cubicBezTo>
                  <a:pt x="4154" y="2060"/>
                  <a:pt x="4137" y="2052"/>
                  <a:pt x="4070" y="2002"/>
                </a:cubicBezTo>
                <a:cubicBezTo>
                  <a:pt x="4020" y="1935"/>
                  <a:pt x="4020" y="1935"/>
                  <a:pt x="4024" y="1935"/>
                </a:cubicBezTo>
                <a:cubicBezTo>
                  <a:pt x="4028" y="1935"/>
                  <a:pt x="4037" y="1935"/>
                  <a:pt x="4003" y="1869"/>
                </a:cubicBezTo>
                <a:cubicBezTo>
                  <a:pt x="3803" y="1769"/>
                  <a:pt x="3703" y="1635"/>
                  <a:pt x="3470" y="1502"/>
                </a:cubicBezTo>
                <a:cubicBezTo>
                  <a:pt x="2602" y="1035"/>
                  <a:pt x="1235" y="668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37"/>
          <p:cNvSpPr/>
          <p:nvPr/>
        </p:nvSpPr>
        <p:spPr>
          <a:xfrm flipH="1">
            <a:off x="6997961" y="1709637"/>
            <a:ext cx="277222" cy="126016"/>
          </a:xfrm>
          <a:custGeom>
            <a:avLst/>
            <a:gdLst/>
            <a:ahLst/>
            <a:cxnLst/>
            <a:rect l="l" t="t" r="r" b="b"/>
            <a:pathLst>
              <a:path w="8507" h="3867" extrusionOk="0">
                <a:moveTo>
                  <a:pt x="1" y="1"/>
                </a:moveTo>
                <a:lnTo>
                  <a:pt x="1" y="1"/>
                </a:lnTo>
                <a:cubicBezTo>
                  <a:pt x="401" y="901"/>
                  <a:pt x="1568" y="1302"/>
                  <a:pt x="2102" y="1602"/>
                </a:cubicBezTo>
                <a:cubicBezTo>
                  <a:pt x="2369" y="1769"/>
                  <a:pt x="2936" y="2169"/>
                  <a:pt x="2936" y="2636"/>
                </a:cubicBezTo>
                <a:lnTo>
                  <a:pt x="1502" y="3103"/>
                </a:lnTo>
                <a:cubicBezTo>
                  <a:pt x="1702" y="3446"/>
                  <a:pt x="2172" y="3470"/>
                  <a:pt x="2554" y="3470"/>
                </a:cubicBezTo>
                <a:cubicBezTo>
                  <a:pt x="2617" y="3470"/>
                  <a:pt x="2679" y="3470"/>
                  <a:pt x="2736" y="3470"/>
                </a:cubicBezTo>
                <a:cubicBezTo>
                  <a:pt x="3069" y="3470"/>
                  <a:pt x="3103" y="3637"/>
                  <a:pt x="3370" y="3737"/>
                </a:cubicBezTo>
                <a:cubicBezTo>
                  <a:pt x="3633" y="3824"/>
                  <a:pt x="3901" y="3866"/>
                  <a:pt x="4165" y="3866"/>
                </a:cubicBezTo>
                <a:cubicBezTo>
                  <a:pt x="4807" y="3866"/>
                  <a:pt x="5423" y="3618"/>
                  <a:pt x="5871" y="3170"/>
                </a:cubicBezTo>
                <a:cubicBezTo>
                  <a:pt x="6072" y="3103"/>
                  <a:pt x="6272" y="3070"/>
                  <a:pt x="6472" y="3070"/>
                </a:cubicBezTo>
                <a:lnTo>
                  <a:pt x="5738" y="2736"/>
                </a:lnTo>
                <a:cubicBezTo>
                  <a:pt x="5954" y="2578"/>
                  <a:pt x="6269" y="2537"/>
                  <a:pt x="6609" y="2537"/>
                </a:cubicBezTo>
                <a:cubicBezTo>
                  <a:pt x="6961" y="2537"/>
                  <a:pt x="7339" y="2580"/>
                  <a:pt x="7659" y="2580"/>
                </a:cubicBezTo>
                <a:cubicBezTo>
                  <a:pt x="7747" y="2580"/>
                  <a:pt x="7829" y="2577"/>
                  <a:pt x="7906" y="2569"/>
                </a:cubicBezTo>
                <a:lnTo>
                  <a:pt x="8273" y="2436"/>
                </a:lnTo>
                <a:lnTo>
                  <a:pt x="8373" y="2302"/>
                </a:lnTo>
                <a:lnTo>
                  <a:pt x="8407" y="2269"/>
                </a:lnTo>
                <a:cubicBezTo>
                  <a:pt x="8473" y="2136"/>
                  <a:pt x="8440" y="2269"/>
                  <a:pt x="8507" y="2069"/>
                </a:cubicBezTo>
                <a:lnTo>
                  <a:pt x="8507" y="2069"/>
                </a:lnTo>
                <a:cubicBezTo>
                  <a:pt x="8123" y="2169"/>
                  <a:pt x="7739" y="2219"/>
                  <a:pt x="7360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7"/>
                  <a:pt x="6022" y="2051"/>
                  <a:pt x="5935" y="2051"/>
                </a:cubicBezTo>
                <a:cubicBezTo>
                  <a:pt x="5134" y="2051"/>
                  <a:pt x="5416" y="2513"/>
                  <a:pt x="4679" y="2513"/>
                </a:cubicBezTo>
                <a:cubicBezTo>
                  <a:pt x="4617" y="2513"/>
                  <a:pt x="4548" y="2509"/>
                  <a:pt x="4470" y="2502"/>
                </a:cubicBezTo>
                <a:lnTo>
                  <a:pt x="4204" y="2069"/>
                </a:lnTo>
                <a:cubicBezTo>
                  <a:pt x="4187" y="2060"/>
                  <a:pt x="4179" y="2058"/>
                  <a:pt x="4173" y="2058"/>
                </a:cubicBezTo>
                <a:cubicBezTo>
                  <a:pt x="4168" y="2058"/>
                  <a:pt x="4166" y="2060"/>
                  <a:pt x="4162" y="2060"/>
                </a:cubicBezTo>
                <a:cubicBezTo>
                  <a:pt x="4154" y="2060"/>
                  <a:pt x="4137" y="2052"/>
                  <a:pt x="4070" y="2002"/>
                </a:cubicBezTo>
                <a:cubicBezTo>
                  <a:pt x="4020" y="1935"/>
                  <a:pt x="4020" y="1935"/>
                  <a:pt x="4024" y="1935"/>
                </a:cubicBezTo>
                <a:cubicBezTo>
                  <a:pt x="4028" y="1935"/>
                  <a:pt x="4037" y="1935"/>
                  <a:pt x="4003" y="1869"/>
                </a:cubicBezTo>
                <a:cubicBezTo>
                  <a:pt x="3803" y="1769"/>
                  <a:pt x="3703" y="1635"/>
                  <a:pt x="3470" y="1502"/>
                </a:cubicBezTo>
                <a:cubicBezTo>
                  <a:pt x="2602" y="1035"/>
                  <a:pt x="1235" y="668"/>
                  <a:pt x="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37"/>
          <p:cNvSpPr/>
          <p:nvPr/>
        </p:nvSpPr>
        <p:spPr>
          <a:xfrm flipH="1">
            <a:off x="496086" y="408012"/>
            <a:ext cx="277222" cy="126016"/>
          </a:xfrm>
          <a:custGeom>
            <a:avLst/>
            <a:gdLst/>
            <a:ahLst/>
            <a:cxnLst/>
            <a:rect l="l" t="t" r="r" b="b"/>
            <a:pathLst>
              <a:path w="8507" h="3867" extrusionOk="0">
                <a:moveTo>
                  <a:pt x="1" y="1"/>
                </a:moveTo>
                <a:lnTo>
                  <a:pt x="1" y="1"/>
                </a:lnTo>
                <a:cubicBezTo>
                  <a:pt x="401" y="901"/>
                  <a:pt x="1568" y="1302"/>
                  <a:pt x="2102" y="1602"/>
                </a:cubicBezTo>
                <a:cubicBezTo>
                  <a:pt x="2369" y="1769"/>
                  <a:pt x="2936" y="2169"/>
                  <a:pt x="2936" y="2636"/>
                </a:cubicBezTo>
                <a:lnTo>
                  <a:pt x="1502" y="3103"/>
                </a:lnTo>
                <a:cubicBezTo>
                  <a:pt x="1702" y="3446"/>
                  <a:pt x="2172" y="3470"/>
                  <a:pt x="2554" y="3470"/>
                </a:cubicBezTo>
                <a:cubicBezTo>
                  <a:pt x="2617" y="3470"/>
                  <a:pt x="2679" y="3470"/>
                  <a:pt x="2736" y="3470"/>
                </a:cubicBezTo>
                <a:cubicBezTo>
                  <a:pt x="3069" y="3470"/>
                  <a:pt x="3103" y="3637"/>
                  <a:pt x="3370" y="3737"/>
                </a:cubicBezTo>
                <a:cubicBezTo>
                  <a:pt x="3633" y="3824"/>
                  <a:pt x="3901" y="3866"/>
                  <a:pt x="4165" y="3866"/>
                </a:cubicBezTo>
                <a:cubicBezTo>
                  <a:pt x="4807" y="3866"/>
                  <a:pt x="5423" y="3618"/>
                  <a:pt x="5871" y="3170"/>
                </a:cubicBezTo>
                <a:cubicBezTo>
                  <a:pt x="6072" y="3103"/>
                  <a:pt x="6272" y="3070"/>
                  <a:pt x="6472" y="3070"/>
                </a:cubicBezTo>
                <a:lnTo>
                  <a:pt x="5738" y="2736"/>
                </a:lnTo>
                <a:cubicBezTo>
                  <a:pt x="5954" y="2578"/>
                  <a:pt x="6269" y="2537"/>
                  <a:pt x="6609" y="2537"/>
                </a:cubicBezTo>
                <a:cubicBezTo>
                  <a:pt x="6961" y="2537"/>
                  <a:pt x="7339" y="2580"/>
                  <a:pt x="7659" y="2580"/>
                </a:cubicBezTo>
                <a:cubicBezTo>
                  <a:pt x="7747" y="2580"/>
                  <a:pt x="7829" y="2577"/>
                  <a:pt x="7906" y="2569"/>
                </a:cubicBezTo>
                <a:lnTo>
                  <a:pt x="8273" y="2436"/>
                </a:lnTo>
                <a:lnTo>
                  <a:pt x="8373" y="2302"/>
                </a:lnTo>
                <a:lnTo>
                  <a:pt x="8407" y="2269"/>
                </a:lnTo>
                <a:cubicBezTo>
                  <a:pt x="8473" y="2136"/>
                  <a:pt x="8440" y="2269"/>
                  <a:pt x="8507" y="2069"/>
                </a:cubicBezTo>
                <a:lnTo>
                  <a:pt x="8507" y="2069"/>
                </a:lnTo>
                <a:cubicBezTo>
                  <a:pt x="8123" y="2169"/>
                  <a:pt x="7739" y="2219"/>
                  <a:pt x="7360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7"/>
                  <a:pt x="6022" y="2051"/>
                  <a:pt x="5935" y="2051"/>
                </a:cubicBezTo>
                <a:cubicBezTo>
                  <a:pt x="5134" y="2051"/>
                  <a:pt x="5416" y="2513"/>
                  <a:pt x="4679" y="2513"/>
                </a:cubicBezTo>
                <a:cubicBezTo>
                  <a:pt x="4617" y="2513"/>
                  <a:pt x="4548" y="2509"/>
                  <a:pt x="4470" y="2502"/>
                </a:cubicBezTo>
                <a:lnTo>
                  <a:pt x="4204" y="2069"/>
                </a:lnTo>
                <a:cubicBezTo>
                  <a:pt x="4187" y="2060"/>
                  <a:pt x="4179" y="2058"/>
                  <a:pt x="4173" y="2058"/>
                </a:cubicBezTo>
                <a:cubicBezTo>
                  <a:pt x="4168" y="2058"/>
                  <a:pt x="4166" y="2060"/>
                  <a:pt x="4162" y="2060"/>
                </a:cubicBezTo>
                <a:cubicBezTo>
                  <a:pt x="4154" y="2060"/>
                  <a:pt x="4137" y="2052"/>
                  <a:pt x="4070" y="2002"/>
                </a:cubicBezTo>
                <a:cubicBezTo>
                  <a:pt x="4020" y="1935"/>
                  <a:pt x="4020" y="1935"/>
                  <a:pt x="4024" y="1935"/>
                </a:cubicBezTo>
                <a:cubicBezTo>
                  <a:pt x="4028" y="1935"/>
                  <a:pt x="4037" y="1935"/>
                  <a:pt x="4003" y="1869"/>
                </a:cubicBezTo>
                <a:cubicBezTo>
                  <a:pt x="3803" y="1769"/>
                  <a:pt x="3703" y="1635"/>
                  <a:pt x="3470" y="1502"/>
                </a:cubicBezTo>
                <a:cubicBezTo>
                  <a:pt x="2602" y="1035"/>
                  <a:pt x="1235" y="668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4" name="Google Shape;554;p37"/>
          <p:cNvGrpSpPr/>
          <p:nvPr/>
        </p:nvGrpSpPr>
        <p:grpSpPr>
          <a:xfrm>
            <a:off x="-2160150" y="3661010"/>
            <a:ext cx="14325173" cy="1632339"/>
            <a:chOff x="-2160150" y="3661010"/>
            <a:chExt cx="14325173" cy="1632339"/>
          </a:xfrm>
        </p:grpSpPr>
        <p:grpSp>
          <p:nvGrpSpPr>
            <p:cNvPr id="555" name="Google Shape;555;p37"/>
            <p:cNvGrpSpPr/>
            <p:nvPr/>
          </p:nvGrpSpPr>
          <p:grpSpPr>
            <a:xfrm>
              <a:off x="89437" y="4360796"/>
              <a:ext cx="9027772" cy="569700"/>
              <a:chOff x="89437" y="4360796"/>
              <a:chExt cx="9027772" cy="569700"/>
            </a:xfrm>
          </p:grpSpPr>
          <p:sp>
            <p:nvSpPr>
              <p:cNvPr id="556" name="Google Shape;556;p37"/>
              <p:cNvSpPr/>
              <p:nvPr/>
            </p:nvSpPr>
            <p:spPr>
              <a:xfrm flipH="1">
                <a:off x="1418772" y="4642534"/>
                <a:ext cx="164057" cy="104621"/>
              </a:xfrm>
              <a:custGeom>
                <a:avLst/>
                <a:gdLst/>
                <a:ahLst/>
                <a:cxnLst/>
                <a:rect l="l" t="t" r="r" b="b"/>
                <a:pathLst>
                  <a:path w="4237" h="2702" extrusionOk="0">
                    <a:moveTo>
                      <a:pt x="1618" y="1"/>
                    </a:moveTo>
                    <a:cubicBezTo>
                      <a:pt x="1567" y="1"/>
                      <a:pt x="1515" y="12"/>
                      <a:pt x="1468" y="35"/>
                    </a:cubicBezTo>
                    <a:cubicBezTo>
                      <a:pt x="1401" y="102"/>
                      <a:pt x="1334" y="169"/>
                      <a:pt x="1268" y="236"/>
                    </a:cubicBezTo>
                    <a:cubicBezTo>
                      <a:pt x="1234" y="269"/>
                      <a:pt x="1234" y="302"/>
                      <a:pt x="1201" y="336"/>
                    </a:cubicBezTo>
                    <a:cubicBezTo>
                      <a:pt x="1101" y="369"/>
                      <a:pt x="1034" y="369"/>
                      <a:pt x="968" y="402"/>
                    </a:cubicBezTo>
                    <a:cubicBezTo>
                      <a:pt x="767" y="502"/>
                      <a:pt x="567" y="602"/>
                      <a:pt x="434" y="736"/>
                    </a:cubicBezTo>
                    <a:cubicBezTo>
                      <a:pt x="267" y="836"/>
                      <a:pt x="134" y="969"/>
                      <a:pt x="34" y="1136"/>
                    </a:cubicBezTo>
                    <a:cubicBezTo>
                      <a:pt x="0" y="1203"/>
                      <a:pt x="0" y="1270"/>
                      <a:pt x="0" y="1336"/>
                    </a:cubicBezTo>
                    <a:cubicBezTo>
                      <a:pt x="34" y="1403"/>
                      <a:pt x="67" y="1503"/>
                      <a:pt x="134" y="1570"/>
                    </a:cubicBezTo>
                    <a:cubicBezTo>
                      <a:pt x="234" y="1703"/>
                      <a:pt x="334" y="1837"/>
                      <a:pt x="501" y="1937"/>
                    </a:cubicBezTo>
                    <a:cubicBezTo>
                      <a:pt x="667" y="2003"/>
                      <a:pt x="801" y="2037"/>
                      <a:pt x="968" y="2070"/>
                    </a:cubicBezTo>
                    <a:cubicBezTo>
                      <a:pt x="1168" y="2070"/>
                      <a:pt x="1368" y="2104"/>
                      <a:pt x="1568" y="2104"/>
                    </a:cubicBezTo>
                    <a:lnTo>
                      <a:pt x="1668" y="2237"/>
                    </a:lnTo>
                    <a:cubicBezTo>
                      <a:pt x="1701" y="2337"/>
                      <a:pt x="1735" y="2404"/>
                      <a:pt x="1801" y="2504"/>
                    </a:cubicBezTo>
                    <a:cubicBezTo>
                      <a:pt x="1874" y="2576"/>
                      <a:pt x="1981" y="2701"/>
                      <a:pt x="2086" y="2701"/>
                    </a:cubicBezTo>
                    <a:cubicBezTo>
                      <a:pt x="2126" y="2701"/>
                      <a:pt x="2165" y="2683"/>
                      <a:pt x="2202" y="2637"/>
                    </a:cubicBezTo>
                    <a:cubicBezTo>
                      <a:pt x="2235" y="2571"/>
                      <a:pt x="2268" y="2504"/>
                      <a:pt x="2302" y="2437"/>
                    </a:cubicBezTo>
                    <a:cubicBezTo>
                      <a:pt x="2302" y="2370"/>
                      <a:pt x="2335" y="2304"/>
                      <a:pt x="2402" y="2270"/>
                    </a:cubicBezTo>
                    <a:cubicBezTo>
                      <a:pt x="2435" y="2270"/>
                      <a:pt x="2469" y="2237"/>
                      <a:pt x="2469" y="2204"/>
                    </a:cubicBezTo>
                    <a:cubicBezTo>
                      <a:pt x="2502" y="2170"/>
                      <a:pt x="2435" y="2104"/>
                      <a:pt x="2402" y="2070"/>
                    </a:cubicBezTo>
                    <a:cubicBezTo>
                      <a:pt x="2335" y="2070"/>
                      <a:pt x="2302" y="2037"/>
                      <a:pt x="2235" y="2037"/>
                    </a:cubicBezTo>
                    <a:cubicBezTo>
                      <a:pt x="2302" y="2003"/>
                      <a:pt x="2369" y="2003"/>
                      <a:pt x="2435" y="1970"/>
                    </a:cubicBezTo>
                    <a:cubicBezTo>
                      <a:pt x="2535" y="1937"/>
                      <a:pt x="2602" y="1903"/>
                      <a:pt x="2702" y="1870"/>
                    </a:cubicBezTo>
                    <a:cubicBezTo>
                      <a:pt x="2869" y="1737"/>
                      <a:pt x="3069" y="1637"/>
                      <a:pt x="3269" y="1570"/>
                    </a:cubicBezTo>
                    <a:cubicBezTo>
                      <a:pt x="3319" y="1561"/>
                      <a:pt x="3369" y="1557"/>
                      <a:pt x="3419" y="1557"/>
                    </a:cubicBezTo>
                    <a:cubicBezTo>
                      <a:pt x="3567" y="1557"/>
                      <a:pt x="3711" y="1595"/>
                      <a:pt x="3836" y="1670"/>
                    </a:cubicBezTo>
                    <a:cubicBezTo>
                      <a:pt x="3903" y="1737"/>
                      <a:pt x="3970" y="1803"/>
                      <a:pt x="4036" y="1870"/>
                    </a:cubicBezTo>
                    <a:cubicBezTo>
                      <a:pt x="4063" y="1897"/>
                      <a:pt x="4090" y="1946"/>
                      <a:pt x="4135" y="1946"/>
                    </a:cubicBezTo>
                    <a:cubicBezTo>
                      <a:pt x="4146" y="1946"/>
                      <a:pt x="4157" y="1943"/>
                      <a:pt x="4170" y="1937"/>
                    </a:cubicBezTo>
                    <a:cubicBezTo>
                      <a:pt x="4203" y="1937"/>
                      <a:pt x="4203" y="1837"/>
                      <a:pt x="4203" y="1803"/>
                    </a:cubicBezTo>
                    <a:cubicBezTo>
                      <a:pt x="4203" y="1703"/>
                      <a:pt x="4203" y="1603"/>
                      <a:pt x="4170" y="1503"/>
                    </a:cubicBezTo>
                    <a:cubicBezTo>
                      <a:pt x="4136" y="1436"/>
                      <a:pt x="4103" y="1370"/>
                      <a:pt x="4036" y="1303"/>
                    </a:cubicBezTo>
                    <a:cubicBezTo>
                      <a:pt x="3970" y="1236"/>
                      <a:pt x="3970" y="1170"/>
                      <a:pt x="4036" y="1103"/>
                    </a:cubicBezTo>
                    <a:cubicBezTo>
                      <a:pt x="4070" y="1069"/>
                      <a:pt x="4103" y="1036"/>
                      <a:pt x="4103" y="1003"/>
                    </a:cubicBezTo>
                    <a:cubicBezTo>
                      <a:pt x="4203" y="836"/>
                      <a:pt x="4237" y="636"/>
                      <a:pt x="4203" y="436"/>
                    </a:cubicBezTo>
                    <a:cubicBezTo>
                      <a:pt x="4103" y="436"/>
                      <a:pt x="4036" y="502"/>
                      <a:pt x="3970" y="569"/>
                    </a:cubicBezTo>
                    <a:lnTo>
                      <a:pt x="3903" y="602"/>
                    </a:lnTo>
                    <a:cubicBezTo>
                      <a:pt x="3870" y="669"/>
                      <a:pt x="3803" y="736"/>
                      <a:pt x="3736" y="769"/>
                    </a:cubicBezTo>
                    <a:cubicBezTo>
                      <a:pt x="3611" y="844"/>
                      <a:pt x="3448" y="882"/>
                      <a:pt x="3305" y="882"/>
                    </a:cubicBezTo>
                    <a:cubicBezTo>
                      <a:pt x="3257" y="882"/>
                      <a:pt x="3211" y="878"/>
                      <a:pt x="3169" y="869"/>
                    </a:cubicBezTo>
                    <a:cubicBezTo>
                      <a:pt x="3069" y="869"/>
                      <a:pt x="2969" y="803"/>
                      <a:pt x="2869" y="769"/>
                    </a:cubicBezTo>
                    <a:cubicBezTo>
                      <a:pt x="2902" y="736"/>
                      <a:pt x="2902" y="669"/>
                      <a:pt x="2869" y="636"/>
                    </a:cubicBezTo>
                    <a:cubicBezTo>
                      <a:pt x="2836" y="569"/>
                      <a:pt x="2769" y="536"/>
                      <a:pt x="2702" y="502"/>
                    </a:cubicBezTo>
                    <a:cubicBezTo>
                      <a:pt x="2669" y="469"/>
                      <a:pt x="2535" y="402"/>
                      <a:pt x="2435" y="336"/>
                    </a:cubicBezTo>
                    <a:cubicBezTo>
                      <a:pt x="2268" y="236"/>
                      <a:pt x="2068" y="202"/>
                      <a:pt x="1868" y="102"/>
                    </a:cubicBezTo>
                    <a:cubicBezTo>
                      <a:pt x="1804" y="37"/>
                      <a:pt x="1711" y="1"/>
                      <a:pt x="161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37"/>
              <p:cNvSpPr/>
              <p:nvPr/>
            </p:nvSpPr>
            <p:spPr>
              <a:xfrm>
                <a:off x="3171310" y="4360796"/>
                <a:ext cx="165373" cy="103344"/>
              </a:xfrm>
              <a:custGeom>
                <a:avLst/>
                <a:gdLst/>
                <a:ahLst/>
                <a:cxnLst/>
                <a:rect l="l" t="t" r="r" b="b"/>
                <a:pathLst>
                  <a:path w="4271" h="2669" extrusionOk="0">
                    <a:moveTo>
                      <a:pt x="1552" y="1"/>
                    </a:moveTo>
                    <a:cubicBezTo>
                      <a:pt x="1477" y="1"/>
                      <a:pt x="1401" y="17"/>
                      <a:pt x="1335" y="51"/>
                    </a:cubicBezTo>
                    <a:cubicBezTo>
                      <a:pt x="1268" y="117"/>
                      <a:pt x="1201" y="184"/>
                      <a:pt x="1168" y="251"/>
                    </a:cubicBezTo>
                    <a:cubicBezTo>
                      <a:pt x="1135" y="318"/>
                      <a:pt x="1101" y="351"/>
                      <a:pt x="1101" y="384"/>
                    </a:cubicBezTo>
                    <a:cubicBezTo>
                      <a:pt x="1001" y="418"/>
                      <a:pt x="934" y="451"/>
                      <a:pt x="868" y="484"/>
                    </a:cubicBezTo>
                    <a:cubicBezTo>
                      <a:pt x="668" y="584"/>
                      <a:pt x="501" y="685"/>
                      <a:pt x="367" y="818"/>
                    </a:cubicBezTo>
                    <a:cubicBezTo>
                      <a:pt x="201" y="951"/>
                      <a:pt x="101" y="1118"/>
                      <a:pt x="0" y="1285"/>
                    </a:cubicBezTo>
                    <a:cubicBezTo>
                      <a:pt x="0" y="1352"/>
                      <a:pt x="0" y="1418"/>
                      <a:pt x="0" y="1485"/>
                    </a:cubicBezTo>
                    <a:cubicBezTo>
                      <a:pt x="34" y="1552"/>
                      <a:pt x="101" y="1619"/>
                      <a:pt x="134" y="1685"/>
                    </a:cubicBezTo>
                    <a:cubicBezTo>
                      <a:pt x="267" y="1852"/>
                      <a:pt x="401" y="1952"/>
                      <a:pt x="568" y="2019"/>
                    </a:cubicBezTo>
                    <a:cubicBezTo>
                      <a:pt x="701" y="2086"/>
                      <a:pt x="868" y="2119"/>
                      <a:pt x="1035" y="2119"/>
                    </a:cubicBezTo>
                    <a:lnTo>
                      <a:pt x="1635" y="2119"/>
                    </a:lnTo>
                    <a:cubicBezTo>
                      <a:pt x="1668" y="2152"/>
                      <a:pt x="1702" y="2186"/>
                      <a:pt x="1735" y="2252"/>
                    </a:cubicBezTo>
                    <a:cubicBezTo>
                      <a:pt x="1768" y="2319"/>
                      <a:pt x="1835" y="2419"/>
                      <a:pt x="1902" y="2486"/>
                    </a:cubicBezTo>
                    <a:cubicBezTo>
                      <a:pt x="1975" y="2559"/>
                      <a:pt x="2103" y="2669"/>
                      <a:pt x="2218" y="2669"/>
                    </a:cubicBezTo>
                    <a:cubicBezTo>
                      <a:pt x="2260" y="2669"/>
                      <a:pt x="2300" y="2655"/>
                      <a:pt x="2335" y="2619"/>
                    </a:cubicBezTo>
                    <a:cubicBezTo>
                      <a:pt x="2369" y="2519"/>
                      <a:pt x="2369" y="2452"/>
                      <a:pt x="2402" y="2386"/>
                    </a:cubicBezTo>
                    <a:cubicBezTo>
                      <a:pt x="2402" y="2319"/>
                      <a:pt x="2436" y="2252"/>
                      <a:pt x="2502" y="2219"/>
                    </a:cubicBezTo>
                    <a:cubicBezTo>
                      <a:pt x="2502" y="2186"/>
                      <a:pt x="2536" y="2152"/>
                      <a:pt x="2569" y="2152"/>
                    </a:cubicBezTo>
                    <a:cubicBezTo>
                      <a:pt x="2569" y="2086"/>
                      <a:pt x="2502" y="2052"/>
                      <a:pt x="2469" y="2052"/>
                    </a:cubicBezTo>
                    <a:cubicBezTo>
                      <a:pt x="2436" y="2019"/>
                      <a:pt x="2369" y="2019"/>
                      <a:pt x="2302" y="1985"/>
                    </a:cubicBezTo>
                    <a:cubicBezTo>
                      <a:pt x="2369" y="1952"/>
                      <a:pt x="2436" y="1952"/>
                      <a:pt x="2502" y="1919"/>
                    </a:cubicBezTo>
                    <a:cubicBezTo>
                      <a:pt x="2602" y="1885"/>
                      <a:pt x="2669" y="1852"/>
                      <a:pt x="2736" y="1785"/>
                    </a:cubicBezTo>
                    <a:cubicBezTo>
                      <a:pt x="2903" y="1652"/>
                      <a:pt x="3103" y="1518"/>
                      <a:pt x="3303" y="1452"/>
                    </a:cubicBezTo>
                    <a:cubicBezTo>
                      <a:pt x="3374" y="1428"/>
                      <a:pt x="3445" y="1417"/>
                      <a:pt x="3514" y="1417"/>
                    </a:cubicBezTo>
                    <a:cubicBezTo>
                      <a:pt x="3641" y="1417"/>
                      <a:pt x="3762" y="1454"/>
                      <a:pt x="3870" y="1518"/>
                    </a:cubicBezTo>
                    <a:cubicBezTo>
                      <a:pt x="3937" y="1552"/>
                      <a:pt x="4037" y="1619"/>
                      <a:pt x="4103" y="1685"/>
                    </a:cubicBezTo>
                    <a:cubicBezTo>
                      <a:pt x="4103" y="1712"/>
                      <a:pt x="4147" y="1761"/>
                      <a:pt x="4199" y="1761"/>
                    </a:cubicBezTo>
                    <a:cubicBezTo>
                      <a:pt x="4211" y="1761"/>
                      <a:pt x="4224" y="1758"/>
                      <a:pt x="4237" y="1752"/>
                    </a:cubicBezTo>
                    <a:cubicBezTo>
                      <a:pt x="4270" y="1719"/>
                      <a:pt x="4270" y="1619"/>
                      <a:pt x="4270" y="1585"/>
                    </a:cubicBezTo>
                    <a:cubicBezTo>
                      <a:pt x="4237" y="1452"/>
                      <a:pt x="4170" y="1352"/>
                      <a:pt x="4103" y="1252"/>
                    </a:cubicBezTo>
                    <a:cubicBezTo>
                      <a:pt x="4070" y="1185"/>
                      <a:pt x="4037" y="1118"/>
                      <a:pt x="3970" y="1051"/>
                    </a:cubicBezTo>
                    <a:cubicBezTo>
                      <a:pt x="3903" y="1018"/>
                      <a:pt x="3903" y="918"/>
                      <a:pt x="3937" y="885"/>
                    </a:cubicBezTo>
                    <a:cubicBezTo>
                      <a:pt x="3970" y="851"/>
                      <a:pt x="4003" y="785"/>
                      <a:pt x="4003" y="751"/>
                    </a:cubicBezTo>
                    <a:cubicBezTo>
                      <a:pt x="4070" y="584"/>
                      <a:pt x="4070" y="384"/>
                      <a:pt x="4037" y="184"/>
                    </a:cubicBezTo>
                    <a:lnTo>
                      <a:pt x="4037" y="184"/>
                    </a:lnTo>
                    <a:cubicBezTo>
                      <a:pt x="3970" y="218"/>
                      <a:pt x="3870" y="251"/>
                      <a:pt x="3837" y="351"/>
                    </a:cubicBezTo>
                    <a:lnTo>
                      <a:pt x="3770" y="384"/>
                    </a:lnTo>
                    <a:cubicBezTo>
                      <a:pt x="3736" y="451"/>
                      <a:pt x="3670" y="518"/>
                      <a:pt x="3603" y="551"/>
                    </a:cubicBezTo>
                    <a:cubicBezTo>
                      <a:pt x="3465" y="662"/>
                      <a:pt x="3304" y="726"/>
                      <a:pt x="3139" y="726"/>
                    </a:cubicBezTo>
                    <a:cubicBezTo>
                      <a:pt x="3105" y="726"/>
                      <a:pt x="3070" y="724"/>
                      <a:pt x="3036" y="718"/>
                    </a:cubicBezTo>
                    <a:cubicBezTo>
                      <a:pt x="2936" y="718"/>
                      <a:pt x="2836" y="685"/>
                      <a:pt x="2769" y="618"/>
                    </a:cubicBezTo>
                    <a:cubicBezTo>
                      <a:pt x="2802" y="618"/>
                      <a:pt x="2802" y="551"/>
                      <a:pt x="2769" y="518"/>
                    </a:cubicBezTo>
                    <a:cubicBezTo>
                      <a:pt x="2736" y="451"/>
                      <a:pt x="2669" y="418"/>
                      <a:pt x="2636" y="418"/>
                    </a:cubicBezTo>
                    <a:cubicBezTo>
                      <a:pt x="2536" y="384"/>
                      <a:pt x="2436" y="318"/>
                      <a:pt x="2335" y="284"/>
                    </a:cubicBezTo>
                    <a:cubicBezTo>
                      <a:pt x="2135" y="184"/>
                      <a:pt x="1935" y="151"/>
                      <a:pt x="1768" y="51"/>
                    </a:cubicBezTo>
                    <a:cubicBezTo>
                      <a:pt x="1702" y="17"/>
                      <a:pt x="1627" y="1"/>
                      <a:pt x="15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37"/>
              <p:cNvSpPr/>
              <p:nvPr/>
            </p:nvSpPr>
            <p:spPr>
              <a:xfrm>
                <a:off x="5185306" y="4643151"/>
                <a:ext cx="165373" cy="103382"/>
              </a:xfrm>
              <a:custGeom>
                <a:avLst/>
                <a:gdLst/>
                <a:ahLst/>
                <a:cxnLst/>
                <a:rect l="l" t="t" r="r" b="b"/>
                <a:pathLst>
                  <a:path w="4271" h="2670" extrusionOk="0">
                    <a:moveTo>
                      <a:pt x="1585" y="1"/>
                    </a:moveTo>
                    <a:cubicBezTo>
                      <a:pt x="1510" y="1"/>
                      <a:pt x="1435" y="18"/>
                      <a:pt x="1369" y="51"/>
                    </a:cubicBezTo>
                    <a:cubicBezTo>
                      <a:pt x="1302" y="118"/>
                      <a:pt x="1235" y="184"/>
                      <a:pt x="1202" y="285"/>
                    </a:cubicBezTo>
                    <a:cubicBezTo>
                      <a:pt x="1168" y="318"/>
                      <a:pt x="1135" y="351"/>
                      <a:pt x="1135" y="385"/>
                    </a:cubicBezTo>
                    <a:cubicBezTo>
                      <a:pt x="1035" y="418"/>
                      <a:pt x="968" y="451"/>
                      <a:pt x="902" y="485"/>
                    </a:cubicBezTo>
                    <a:cubicBezTo>
                      <a:pt x="701" y="585"/>
                      <a:pt x="535" y="685"/>
                      <a:pt x="401" y="818"/>
                    </a:cubicBezTo>
                    <a:cubicBezTo>
                      <a:pt x="234" y="952"/>
                      <a:pt x="134" y="1118"/>
                      <a:pt x="34" y="1285"/>
                    </a:cubicBezTo>
                    <a:cubicBezTo>
                      <a:pt x="1" y="1352"/>
                      <a:pt x="1" y="1419"/>
                      <a:pt x="34" y="1485"/>
                    </a:cubicBezTo>
                    <a:cubicBezTo>
                      <a:pt x="68" y="1552"/>
                      <a:pt x="101" y="1619"/>
                      <a:pt x="168" y="1686"/>
                    </a:cubicBezTo>
                    <a:cubicBezTo>
                      <a:pt x="268" y="1852"/>
                      <a:pt x="401" y="1952"/>
                      <a:pt x="568" y="2019"/>
                    </a:cubicBezTo>
                    <a:cubicBezTo>
                      <a:pt x="735" y="2086"/>
                      <a:pt x="902" y="2119"/>
                      <a:pt x="1068" y="2119"/>
                    </a:cubicBezTo>
                    <a:lnTo>
                      <a:pt x="1669" y="2119"/>
                    </a:lnTo>
                    <a:cubicBezTo>
                      <a:pt x="1702" y="2153"/>
                      <a:pt x="1702" y="2186"/>
                      <a:pt x="1736" y="2253"/>
                    </a:cubicBezTo>
                    <a:cubicBezTo>
                      <a:pt x="1802" y="2353"/>
                      <a:pt x="1836" y="2419"/>
                      <a:pt x="1936" y="2519"/>
                    </a:cubicBezTo>
                    <a:cubicBezTo>
                      <a:pt x="1984" y="2568"/>
                      <a:pt x="2104" y="2670"/>
                      <a:pt x="2217" y="2670"/>
                    </a:cubicBezTo>
                    <a:cubicBezTo>
                      <a:pt x="2259" y="2670"/>
                      <a:pt x="2300" y="2656"/>
                      <a:pt x="2336" y="2620"/>
                    </a:cubicBezTo>
                    <a:cubicBezTo>
                      <a:pt x="2369" y="2553"/>
                      <a:pt x="2403" y="2453"/>
                      <a:pt x="2403" y="2386"/>
                    </a:cubicBezTo>
                    <a:cubicBezTo>
                      <a:pt x="2436" y="2319"/>
                      <a:pt x="2469" y="2253"/>
                      <a:pt x="2503" y="2219"/>
                    </a:cubicBezTo>
                    <a:cubicBezTo>
                      <a:pt x="2536" y="2186"/>
                      <a:pt x="2569" y="2186"/>
                      <a:pt x="2569" y="2153"/>
                    </a:cubicBezTo>
                    <a:cubicBezTo>
                      <a:pt x="2603" y="2119"/>
                      <a:pt x="2536" y="2052"/>
                      <a:pt x="2503" y="2052"/>
                    </a:cubicBezTo>
                    <a:cubicBezTo>
                      <a:pt x="2436" y="2019"/>
                      <a:pt x="2369" y="2019"/>
                      <a:pt x="2336" y="1986"/>
                    </a:cubicBezTo>
                    <a:cubicBezTo>
                      <a:pt x="2403" y="1986"/>
                      <a:pt x="2469" y="1952"/>
                      <a:pt x="2536" y="1919"/>
                    </a:cubicBezTo>
                    <a:cubicBezTo>
                      <a:pt x="2603" y="1886"/>
                      <a:pt x="2703" y="1852"/>
                      <a:pt x="2770" y="1786"/>
                    </a:cubicBezTo>
                    <a:cubicBezTo>
                      <a:pt x="2936" y="1652"/>
                      <a:pt x="3103" y="1552"/>
                      <a:pt x="3337" y="1452"/>
                    </a:cubicBezTo>
                    <a:cubicBezTo>
                      <a:pt x="3398" y="1440"/>
                      <a:pt x="3463" y="1432"/>
                      <a:pt x="3530" y="1432"/>
                    </a:cubicBezTo>
                    <a:cubicBezTo>
                      <a:pt x="3646" y="1432"/>
                      <a:pt x="3765" y="1455"/>
                      <a:pt x="3870" y="1519"/>
                    </a:cubicBezTo>
                    <a:cubicBezTo>
                      <a:pt x="3970" y="1552"/>
                      <a:pt x="4037" y="1619"/>
                      <a:pt x="4104" y="1686"/>
                    </a:cubicBezTo>
                    <a:cubicBezTo>
                      <a:pt x="4131" y="1712"/>
                      <a:pt x="4180" y="1761"/>
                      <a:pt x="4215" y="1761"/>
                    </a:cubicBezTo>
                    <a:cubicBezTo>
                      <a:pt x="4223" y="1761"/>
                      <a:pt x="4231" y="1759"/>
                      <a:pt x="4237" y="1752"/>
                    </a:cubicBezTo>
                    <a:cubicBezTo>
                      <a:pt x="4271" y="1719"/>
                      <a:pt x="4271" y="1619"/>
                      <a:pt x="4271" y="1585"/>
                    </a:cubicBezTo>
                    <a:cubicBezTo>
                      <a:pt x="4237" y="1485"/>
                      <a:pt x="4204" y="1352"/>
                      <a:pt x="4137" y="1252"/>
                    </a:cubicBezTo>
                    <a:cubicBezTo>
                      <a:pt x="4104" y="1185"/>
                      <a:pt x="4071" y="1118"/>
                      <a:pt x="4004" y="1052"/>
                    </a:cubicBezTo>
                    <a:cubicBezTo>
                      <a:pt x="3970" y="1018"/>
                      <a:pt x="3937" y="952"/>
                      <a:pt x="3970" y="885"/>
                    </a:cubicBezTo>
                    <a:cubicBezTo>
                      <a:pt x="4004" y="852"/>
                      <a:pt x="4037" y="818"/>
                      <a:pt x="4037" y="752"/>
                    </a:cubicBezTo>
                    <a:cubicBezTo>
                      <a:pt x="4104" y="585"/>
                      <a:pt x="4137" y="385"/>
                      <a:pt x="4104" y="218"/>
                    </a:cubicBezTo>
                    <a:cubicBezTo>
                      <a:pt x="4004" y="218"/>
                      <a:pt x="3904" y="251"/>
                      <a:pt x="3870" y="351"/>
                    </a:cubicBezTo>
                    <a:lnTo>
                      <a:pt x="3804" y="385"/>
                    </a:lnTo>
                    <a:cubicBezTo>
                      <a:pt x="3770" y="451"/>
                      <a:pt x="3704" y="518"/>
                      <a:pt x="3637" y="551"/>
                    </a:cubicBezTo>
                    <a:cubicBezTo>
                      <a:pt x="3499" y="662"/>
                      <a:pt x="3338" y="727"/>
                      <a:pt x="3173" y="727"/>
                    </a:cubicBezTo>
                    <a:cubicBezTo>
                      <a:pt x="3139" y="727"/>
                      <a:pt x="3104" y="724"/>
                      <a:pt x="3070" y="718"/>
                    </a:cubicBezTo>
                    <a:cubicBezTo>
                      <a:pt x="2970" y="718"/>
                      <a:pt x="2870" y="685"/>
                      <a:pt x="2803" y="651"/>
                    </a:cubicBezTo>
                    <a:cubicBezTo>
                      <a:pt x="2836" y="618"/>
                      <a:pt x="2836" y="551"/>
                      <a:pt x="2803" y="518"/>
                    </a:cubicBezTo>
                    <a:cubicBezTo>
                      <a:pt x="2770" y="485"/>
                      <a:pt x="2703" y="418"/>
                      <a:pt x="2670" y="418"/>
                    </a:cubicBezTo>
                    <a:cubicBezTo>
                      <a:pt x="2569" y="385"/>
                      <a:pt x="2469" y="318"/>
                      <a:pt x="2369" y="285"/>
                    </a:cubicBezTo>
                    <a:cubicBezTo>
                      <a:pt x="2169" y="184"/>
                      <a:pt x="1936" y="151"/>
                      <a:pt x="1802" y="51"/>
                    </a:cubicBezTo>
                    <a:cubicBezTo>
                      <a:pt x="1736" y="18"/>
                      <a:pt x="1661" y="1"/>
                      <a:pt x="158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37"/>
              <p:cNvSpPr/>
              <p:nvPr/>
            </p:nvSpPr>
            <p:spPr>
              <a:xfrm>
                <a:off x="8953153" y="4723715"/>
                <a:ext cx="164057" cy="104583"/>
              </a:xfrm>
              <a:custGeom>
                <a:avLst/>
                <a:gdLst/>
                <a:ahLst/>
                <a:cxnLst/>
                <a:rect l="l" t="t" r="r" b="b"/>
                <a:pathLst>
                  <a:path w="4237" h="2701" extrusionOk="0">
                    <a:moveTo>
                      <a:pt x="1618" y="0"/>
                    </a:moveTo>
                    <a:cubicBezTo>
                      <a:pt x="1567" y="0"/>
                      <a:pt x="1516" y="11"/>
                      <a:pt x="1468" y="35"/>
                    </a:cubicBezTo>
                    <a:cubicBezTo>
                      <a:pt x="1402" y="102"/>
                      <a:pt x="1335" y="168"/>
                      <a:pt x="1268" y="235"/>
                    </a:cubicBezTo>
                    <a:cubicBezTo>
                      <a:pt x="1235" y="268"/>
                      <a:pt x="1235" y="302"/>
                      <a:pt x="1201" y="335"/>
                    </a:cubicBezTo>
                    <a:cubicBezTo>
                      <a:pt x="1101" y="368"/>
                      <a:pt x="1035" y="402"/>
                      <a:pt x="968" y="402"/>
                    </a:cubicBezTo>
                    <a:cubicBezTo>
                      <a:pt x="768" y="502"/>
                      <a:pt x="601" y="602"/>
                      <a:pt x="434" y="735"/>
                    </a:cubicBezTo>
                    <a:cubicBezTo>
                      <a:pt x="267" y="835"/>
                      <a:pt x="134" y="969"/>
                      <a:pt x="67" y="1136"/>
                    </a:cubicBezTo>
                    <a:cubicBezTo>
                      <a:pt x="1" y="1202"/>
                      <a:pt x="1" y="1269"/>
                      <a:pt x="1" y="1336"/>
                    </a:cubicBezTo>
                    <a:cubicBezTo>
                      <a:pt x="34" y="1402"/>
                      <a:pt x="67" y="1503"/>
                      <a:pt x="134" y="1569"/>
                    </a:cubicBezTo>
                    <a:cubicBezTo>
                      <a:pt x="234" y="1736"/>
                      <a:pt x="367" y="1836"/>
                      <a:pt x="501" y="1936"/>
                    </a:cubicBezTo>
                    <a:cubicBezTo>
                      <a:pt x="668" y="2003"/>
                      <a:pt x="834" y="2036"/>
                      <a:pt x="968" y="2070"/>
                    </a:cubicBezTo>
                    <a:cubicBezTo>
                      <a:pt x="1168" y="2103"/>
                      <a:pt x="1368" y="2103"/>
                      <a:pt x="1602" y="2103"/>
                    </a:cubicBezTo>
                    <a:cubicBezTo>
                      <a:pt x="1602" y="2136"/>
                      <a:pt x="1635" y="2203"/>
                      <a:pt x="1668" y="2236"/>
                    </a:cubicBezTo>
                    <a:cubicBezTo>
                      <a:pt x="1702" y="2336"/>
                      <a:pt x="1735" y="2403"/>
                      <a:pt x="1802" y="2503"/>
                    </a:cubicBezTo>
                    <a:cubicBezTo>
                      <a:pt x="1874" y="2576"/>
                      <a:pt x="1982" y="2701"/>
                      <a:pt x="2086" y="2701"/>
                    </a:cubicBezTo>
                    <a:cubicBezTo>
                      <a:pt x="2126" y="2701"/>
                      <a:pt x="2165" y="2683"/>
                      <a:pt x="2202" y="2637"/>
                    </a:cubicBezTo>
                    <a:cubicBezTo>
                      <a:pt x="2235" y="2570"/>
                      <a:pt x="2269" y="2503"/>
                      <a:pt x="2302" y="2437"/>
                    </a:cubicBezTo>
                    <a:cubicBezTo>
                      <a:pt x="2302" y="2370"/>
                      <a:pt x="2336" y="2303"/>
                      <a:pt x="2402" y="2270"/>
                    </a:cubicBezTo>
                    <a:cubicBezTo>
                      <a:pt x="2436" y="2270"/>
                      <a:pt x="2469" y="2236"/>
                      <a:pt x="2469" y="2203"/>
                    </a:cubicBezTo>
                    <a:cubicBezTo>
                      <a:pt x="2502" y="2170"/>
                      <a:pt x="2436" y="2103"/>
                      <a:pt x="2402" y="2103"/>
                    </a:cubicBezTo>
                    <a:cubicBezTo>
                      <a:pt x="2336" y="2070"/>
                      <a:pt x="2302" y="2070"/>
                      <a:pt x="2235" y="2036"/>
                    </a:cubicBezTo>
                    <a:cubicBezTo>
                      <a:pt x="2302" y="2036"/>
                      <a:pt x="2402" y="2003"/>
                      <a:pt x="2469" y="1970"/>
                    </a:cubicBezTo>
                    <a:cubicBezTo>
                      <a:pt x="2536" y="1970"/>
                      <a:pt x="2636" y="1903"/>
                      <a:pt x="2702" y="1869"/>
                    </a:cubicBezTo>
                    <a:cubicBezTo>
                      <a:pt x="2869" y="1736"/>
                      <a:pt x="3069" y="1636"/>
                      <a:pt x="3270" y="1603"/>
                    </a:cubicBezTo>
                    <a:cubicBezTo>
                      <a:pt x="3340" y="1579"/>
                      <a:pt x="3411" y="1568"/>
                      <a:pt x="3481" y="1568"/>
                    </a:cubicBezTo>
                    <a:cubicBezTo>
                      <a:pt x="3607" y="1568"/>
                      <a:pt x="3729" y="1605"/>
                      <a:pt x="3837" y="1669"/>
                    </a:cubicBezTo>
                    <a:cubicBezTo>
                      <a:pt x="3903" y="1736"/>
                      <a:pt x="3970" y="1803"/>
                      <a:pt x="4037" y="1869"/>
                    </a:cubicBezTo>
                    <a:cubicBezTo>
                      <a:pt x="4070" y="1903"/>
                      <a:pt x="4137" y="1970"/>
                      <a:pt x="4170" y="1970"/>
                    </a:cubicBezTo>
                    <a:cubicBezTo>
                      <a:pt x="4237" y="1936"/>
                      <a:pt x="4204" y="1836"/>
                      <a:pt x="4204" y="1803"/>
                    </a:cubicBezTo>
                    <a:cubicBezTo>
                      <a:pt x="4204" y="1669"/>
                      <a:pt x="4170" y="1569"/>
                      <a:pt x="4137" y="1469"/>
                    </a:cubicBezTo>
                    <a:cubicBezTo>
                      <a:pt x="4103" y="1402"/>
                      <a:pt x="4037" y="1336"/>
                      <a:pt x="4003" y="1269"/>
                    </a:cubicBezTo>
                    <a:cubicBezTo>
                      <a:pt x="3937" y="1202"/>
                      <a:pt x="3937" y="1136"/>
                      <a:pt x="4003" y="1102"/>
                    </a:cubicBezTo>
                    <a:cubicBezTo>
                      <a:pt x="4037" y="1036"/>
                      <a:pt x="4070" y="1002"/>
                      <a:pt x="4070" y="969"/>
                    </a:cubicBezTo>
                    <a:cubicBezTo>
                      <a:pt x="4137" y="802"/>
                      <a:pt x="4170" y="602"/>
                      <a:pt x="4170" y="435"/>
                    </a:cubicBezTo>
                    <a:cubicBezTo>
                      <a:pt x="4070" y="435"/>
                      <a:pt x="4003" y="468"/>
                      <a:pt x="3937" y="535"/>
                    </a:cubicBezTo>
                    <a:lnTo>
                      <a:pt x="3870" y="602"/>
                    </a:lnTo>
                    <a:cubicBezTo>
                      <a:pt x="3803" y="635"/>
                      <a:pt x="3770" y="702"/>
                      <a:pt x="3703" y="735"/>
                    </a:cubicBezTo>
                    <a:cubicBezTo>
                      <a:pt x="3539" y="818"/>
                      <a:pt x="3374" y="877"/>
                      <a:pt x="3209" y="877"/>
                    </a:cubicBezTo>
                    <a:cubicBezTo>
                      <a:pt x="3174" y="877"/>
                      <a:pt x="3138" y="875"/>
                      <a:pt x="3103" y="869"/>
                    </a:cubicBezTo>
                    <a:cubicBezTo>
                      <a:pt x="3003" y="835"/>
                      <a:pt x="2936" y="802"/>
                      <a:pt x="2836" y="735"/>
                    </a:cubicBezTo>
                    <a:cubicBezTo>
                      <a:pt x="2869" y="735"/>
                      <a:pt x="2903" y="669"/>
                      <a:pt x="2869" y="635"/>
                    </a:cubicBezTo>
                    <a:cubicBezTo>
                      <a:pt x="2836" y="569"/>
                      <a:pt x="2769" y="535"/>
                      <a:pt x="2702" y="502"/>
                    </a:cubicBezTo>
                    <a:cubicBezTo>
                      <a:pt x="2636" y="468"/>
                      <a:pt x="2536" y="402"/>
                      <a:pt x="2436" y="335"/>
                    </a:cubicBezTo>
                    <a:cubicBezTo>
                      <a:pt x="2269" y="235"/>
                      <a:pt x="2069" y="202"/>
                      <a:pt x="1869" y="102"/>
                    </a:cubicBezTo>
                    <a:cubicBezTo>
                      <a:pt x="1804" y="37"/>
                      <a:pt x="1712" y="0"/>
                      <a:pt x="161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560;p37"/>
              <p:cNvSpPr/>
              <p:nvPr/>
            </p:nvSpPr>
            <p:spPr>
              <a:xfrm flipH="1">
                <a:off x="7639146" y="4540189"/>
                <a:ext cx="165334" cy="102337"/>
              </a:xfrm>
              <a:custGeom>
                <a:avLst/>
                <a:gdLst/>
                <a:ahLst/>
                <a:cxnLst/>
                <a:rect l="l" t="t" r="r" b="b"/>
                <a:pathLst>
                  <a:path w="4270" h="2643" extrusionOk="0">
                    <a:moveTo>
                      <a:pt x="1563" y="0"/>
                    </a:moveTo>
                    <a:cubicBezTo>
                      <a:pt x="1508" y="0"/>
                      <a:pt x="1452" y="11"/>
                      <a:pt x="1401" y="37"/>
                    </a:cubicBezTo>
                    <a:cubicBezTo>
                      <a:pt x="1334" y="103"/>
                      <a:pt x="1268" y="170"/>
                      <a:pt x="1201" y="237"/>
                    </a:cubicBezTo>
                    <a:cubicBezTo>
                      <a:pt x="1201" y="270"/>
                      <a:pt x="1168" y="337"/>
                      <a:pt x="1134" y="370"/>
                    </a:cubicBezTo>
                    <a:cubicBezTo>
                      <a:pt x="1068" y="370"/>
                      <a:pt x="968" y="404"/>
                      <a:pt x="901" y="470"/>
                    </a:cubicBezTo>
                    <a:cubicBezTo>
                      <a:pt x="734" y="537"/>
                      <a:pt x="534" y="670"/>
                      <a:pt x="400" y="804"/>
                    </a:cubicBezTo>
                    <a:cubicBezTo>
                      <a:pt x="234" y="904"/>
                      <a:pt x="134" y="1037"/>
                      <a:pt x="34" y="1204"/>
                    </a:cubicBezTo>
                    <a:cubicBezTo>
                      <a:pt x="0" y="1271"/>
                      <a:pt x="0" y="1338"/>
                      <a:pt x="34" y="1404"/>
                    </a:cubicBezTo>
                    <a:cubicBezTo>
                      <a:pt x="34" y="1471"/>
                      <a:pt x="100" y="1571"/>
                      <a:pt x="134" y="1638"/>
                    </a:cubicBezTo>
                    <a:cubicBezTo>
                      <a:pt x="234" y="1771"/>
                      <a:pt x="400" y="1905"/>
                      <a:pt x="567" y="1971"/>
                    </a:cubicBezTo>
                    <a:cubicBezTo>
                      <a:pt x="701" y="2038"/>
                      <a:pt x="867" y="2071"/>
                      <a:pt x="1034" y="2071"/>
                    </a:cubicBezTo>
                    <a:lnTo>
                      <a:pt x="1635" y="2071"/>
                    </a:lnTo>
                    <a:cubicBezTo>
                      <a:pt x="1668" y="2105"/>
                      <a:pt x="1701" y="2172"/>
                      <a:pt x="1701" y="2205"/>
                    </a:cubicBezTo>
                    <a:cubicBezTo>
                      <a:pt x="1768" y="2305"/>
                      <a:pt x="1835" y="2372"/>
                      <a:pt x="1902" y="2472"/>
                    </a:cubicBezTo>
                    <a:cubicBezTo>
                      <a:pt x="1948" y="2541"/>
                      <a:pt x="2058" y="2643"/>
                      <a:pt x="2166" y="2643"/>
                    </a:cubicBezTo>
                    <a:cubicBezTo>
                      <a:pt x="2214" y="2643"/>
                      <a:pt x="2261" y="2623"/>
                      <a:pt x="2302" y="2572"/>
                    </a:cubicBezTo>
                    <a:cubicBezTo>
                      <a:pt x="2335" y="2505"/>
                      <a:pt x="2369" y="2438"/>
                      <a:pt x="2369" y="2338"/>
                    </a:cubicBezTo>
                    <a:cubicBezTo>
                      <a:pt x="2369" y="2305"/>
                      <a:pt x="2402" y="2238"/>
                      <a:pt x="2469" y="2205"/>
                    </a:cubicBezTo>
                    <a:cubicBezTo>
                      <a:pt x="2502" y="2172"/>
                      <a:pt x="2535" y="2138"/>
                      <a:pt x="2535" y="2105"/>
                    </a:cubicBezTo>
                    <a:cubicBezTo>
                      <a:pt x="2569" y="2071"/>
                      <a:pt x="2502" y="2038"/>
                      <a:pt x="2469" y="2005"/>
                    </a:cubicBezTo>
                    <a:cubicBezTo>
                      <a:pt x="2402" y="2005"/>
                      <a:pt x="2335" y="2005"/>
                      <a:pt x="2302" y="1971"/>
                    </a:cubicBezTo>
                    <a:cubicBezTo>
                      <a:pt x="2369" y="1938"/>
                      <a:pt x="2435" y="1938"/>
                      <a:pt x="2502" y="1905"/>
                    </a:cubicBezTo>
                    <a:cubicBezTo>
                      <a:pt x="2569" y="1871"/>
                      <a:pt x="2669" y="1838"/>
                      <a:pt x="2735" y="1771"/>
                    </a:cubicBezTo>
                    <a:cubicBezTo>
                      <a:pt x="2902" y="1638"/>
                      <a:pt x="3102" y="1538"/>
                      <a:pt x="3303" y="1471"/>
                    </a:cubicBezTo>
                    <a:cubicBezTo>
                      <a:pt x="3373" y="1447"/>
                      <a:pt x="3444" y="1436"/>
                      <a:pt x="3514" y="1436"/>
                    </a:cubicBezTo>
                    <a:cubicBezTo>
                      <a:pt x="3640" y="1436"/>
                      <a:pt x="3762" y="1473"/>
                      <a:pt x="3870" y="1538"/>
                    </a:cubicBezTo>
                    <a:cubicBezTo>
                      <a:pt x="3936" y="1571"/>
                      <a:pt x="4003" y="1638"/>
                      <a:pt x="4070" y="1705"/>
                    </a:cubicBezTo>
                    <a:cubicBezTo>
                      <a:pt x="4097" y="1732"/>
                      <a:pt x="4146" y="1780"/>
                      <a:pt x="4181" y="1780"/>
                    </a:cubicBezTo>
                    <a:cubicBezTo>
                      <a:pt x="4189" y="1780"/>
                      <a:pt x="4197" y="1778"/>
                      <a:pt x="4203" y="1771"/>
                    </a:cubicBezTo>
                    <a:cubicBezTo>
                      <a:pt x="4270" y="1738"/>
                      <a:pt x="4237" y="1671"/>
                      <a:pt x="4237" y="1604"/>
                    </a:cubicBezTo>
                    <a:cubicBezTo>
                      <a:pt x="4237" y="1504"/>
                      <a:pt x="4170" y="1404"/>
                      <a:pt x="4136" y="1338"/>
                    </a:cubicBezTo>
                    <a:cubicBezTo>
                      <a:pt x="4070" y="1238"/>
                      <a:pt x="4036" y="1171"/>
                      <a:pt x="3970" y="1137"/>
                    </a:cubicBezTo>
                    <a:cubicBezTo>
                      <a:pt x="3936" y="1071"/>
                      <a:pt x="3903" y="1004"/>
                      <a:pt x="3970" y="937"/>
                    </a:cubicBezTo>
                    <a:cubicBezTo>
                      <a:pt x="4003" y="904"/>
                      <a:pt x="4036" y="871"/>
                      <a:pt x="4070" y="837"/>
                    </a:cubicBezTo>
                    <a:cubicBezTo>
                      <a:pt x="4136" y="670"/>
                      <a:pt x="4136" y="470"/>
                      <a:pt x="4103" y="270"/>
                    </a:cubicBezTo>
                    <a:lnTo>
                      <a:pt x="4103" y="270"/>
                    </a:lnTo>
                    <a:cubicBezTo>
                      <a:pt x="4036" y="304"/>
                      <a:pt x="3936" y="337"/>
                      <a:pt x="3903" y="404"/>
                    </a:cubicBezTo>
                    <a:lnTo>
                      <a:pt x="3836" y="470"/>
                    </a:lnTo>
                    <a:cubicBezTo>
                      <a:pt x="3770" y="504"/>
                      <a:pt x="3736" y="570"/>
                      <a:pt x="3669" y="637"/>
                    </a:cubicBezTo>
                    <a:cubicBezTo>
                      <a:pt x="3532" y="719"/>
                      <a:pt x="3372" y="779"/>
                      <a:pt x="3209" y="779"/>
                    </a:cubicBezTo>
                    <a:cubicBezTo>
                      <a:pt x="3173" y="779"/>
                      <a:pt x="3138" y="776"/>
                      <a:pt x="3102" y="771"/>
                    </a:cubicBezTo>
                    <a:cubicBezTo>
                      <a:pt x="3002" y="737"/>
                      <a:pt x="2902" y="704"/>
                      <a:pt x="2802" y="670"/>
                    </a:cubicBezTo>
                    <a:cubicBezTo>
                      <a:pt x="2836" y="637"/>
                      <a:pt x="2869" y="604"/>
                      <a:pt x="2836" y="570"/>
                    </a:cubicBezTo>
                    <a:cubicBezTo>
                      <a:pt x="2802" y="504"/>
                      <a:pt x="2735" y="470"/>
                      <a:pt x="2669" y="437"/>
                    </a:cubicBezTo>
                    <a:cubicBezTo>
                      <a:pt x="2602" y="404"/>
                      <a:pt x="2502" y="337"/>
                      <a:pt x="2402" y="304"/>
                    </a:cubicBezTo>
                    <a:cubicBezTo>
                      <a:pt x="2202" y="203"/>
                      <a:pt x="2002" y="170"/>
                      <a:pt x="1801" y="70"/>
                    </a:cubicBezTo>
                    <a:cubicBezTo>
                      <a:pt x="1740" y="29"/>
                      <a:pt x="1652" y="0"/>
                      <a:pt x="156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561;p37"/>
              <p:cNvSpPr/>
              <p:nvPr/>
            </p:nvSpPr>
            <p:spPr>
              <a:xfrm>
                <a:off x="89437" y="4828430"/>
                <a:ext cx="165373" cy="102066"/>
              </a:xfrm>
              <a:custGeom>
                <a:avLst/>
                <a:gdLst/>
                <a:ahLst/>
                <a:cxnLst/>
                <a:rect l="l" t="t" r="r" b="b"/>
                <a:pathLst>
                  <a:path w="4271" h="2636" extrusionOk="0">
                    <a:moveTo>
                      <a:pt x="1598" y="1"/>
                    </a:moveTo>
                    <a:cubicBezTo>
                      <a:pt x="1527" y="1"/>
                      <a:pt x="1452" y="17"/>
                      <a:pt x="1368" y="51"/>
                    </a:cubicBezTo>
                    <a:cubicBezTo>
                      <a:pt x="1302" y="84"/>
                      <a:pt x="1268" y="151"/>
                      <a:pt x="1202" y="251"/>
                    </a:cubicBezTo>
                    <a:cubicBezTo>
                      <a:pt x="1168" y="284"/>
                      <a:pt x="1168" y="318"/>
                      <a:pt x="1135" y="351"/>
                    </a:cubicBezTo>
                    <a:cubicBezTo>
                      <a:pt x="1068" y="384"/>
                      <a:pt x="968" y="418"/>
                      <a:pt x="901" y="451"/>
                    </a:cubicBezTo>
                    <a:cubicBezTo>
                      <a:pt x="701" y="551"/>
                      <a:pt x="535" y="651"/>
                      <a:pt x="368" y="785"/>
                    </a:cubicBezTo>
                    <a:cubicBezTo>
                      <a:pt x="234" y="885"/>
                      <a:pt x="101" y="1052"/>
                      <a:pt x="34" y="1218"/>
                    </a:cubicBezTo>
                    <a:cubicBezTo>
                      <a:pt x="1" y="1252"/>
                      <a:pt x="1" y="1352"/>
                      <a:pt x="34" y="1418"/>
                    </a:cubicBezTo>
                    <a:cubicBezTo>
                      <a:pt x="68" y="1485"/>
                      <a:pt x="101" y="1552"/>
                      <a:pt x="168" y="1619"/>
                    </a:cubicBezTo>
                    <a:cubicBezTo>
                      <a:pt x="268" y="1785"/>
                      <a:pt x="401" y="1885"/>
                      <a:pt x="568" y="1952"/>
                    </a:cubicBezTo>
                    <a:cubicBezTo>
                      <a:pt x="735" y="2019"/>
                      <a:pt x="901" y="2052"/>
                      <a:pt x="1035" y="2052"/>
                    </a:cubicBezTo>
                    <a:cubicBezTo>
                      <a:pt x="1135" y="2069"/>
                      <a:pt x="1235" y="2077"/>
                      <a:pt x="1335" y="2077"/>
                    </a:cubicBezTo>
                    <a:cubicBezTo>
                      <a:pt x="1435" y="2077"/>
                      <a:pt x="1535" y="2069"/>
                      <a:pt x="1635" y="2052"/>
                    </a:cubicBezTo>
                    <a:lnTo>
                      <a:pt x="1735" y="2186"/>
                    </a:lnTo>
                    <a:cubicBezTo>
                      <a:pt x="1769" y="2286"/>
                      <a:pt x="1835" y="2386"/>
                      <a:pt x="1902" y="2453"/>
                    </a:cubicBezTo>
                    <a:cubicBezTo>
                      <a:pt x="1951" y="2526"/>
                      <a:pt x="2090" y="2636"/>
                      <a:pt x="2200" y="2636"/>
                    </a:cubicBezTo>
                    <a:cubicBezTo>
                      <a:pt x="2240" y="2636"/>
                      <a:pt x="2276" y="2621"/>
                      <a:pt x="2302" y="2586"/>
                    </a:cubicBezTo>
                    <a:cubicBezTo>
                      <a:pt x="2336" y="2519"/>
                      <a:pt x="2369" y="2419"/>
                      <a:pt x="2369" y="2352"/>
                    </a:cubicBezTo>
                    <a:cubicBezTo>
                      <a:pt x="2403" y="2286"/>
                      <a:pt x="2436" y="2219"/>
                      <a:pt x="2469" y="2186"/>
                    </a:cubicBezTo>
                    <a:cubicBezTo>
                      <a:pt x="2503" y="2186"/>
                      <a:pt x="2536" y="2152"/>
                      <a:pt x="2569" y="2119"/>
                    </a:cubicBezTo>
                    <a:cubicBezTo>
                      <a:pt x="2569" y="2086"/>
                      <a:pt x="2503" y="2019"/>
                      <a:pt x="2469" y="2019"/>
                    </a:cubicBezTo>
                    <a:cubicBezTo>
                      <a:pt x="2403" y="1986"/>
                      <a:pt x="2369" y="1986"/>
                      <a:pt x="2302" y="1952"/>
                    </a:cubicBezTo>
                    <a:cubicBezTo>
                      <a:pt x="2369" y="1952"/>
                      <a:pt x="2436" y="1919"/>
                      <a:pt x="2503" y="1919"/>
                    </a:cubicBezTo>
                    <a:cubicBezTo>
                      <a:pt x="2603" y="1852"/>
                      <a:pt x="2669" y="1819"/>
                      <a:pt x="2736" y="1752"/>
                    </a:cubicBezTo>
                    <a:cubicBezTo>
                      <a:pt x="2903" y="1619"/>
                      <a:pt x="3103" y="1519"/>
                      <a:pt x="3303" y="1452"/>
                    </a:cubicBezTo>
                    <a:cubicBezTo>
                      <a:pt x="3376" y="1440"/>
                      <a:pt x="3450" y="1432"/>
                      <a:pt x="3521" y="1432"/>
                    </a:cubicBezTo>
                    <a:cubicBezTo>
                      <a:pt x="3645" y="1432"/>
                      <a:pt x="3765" y="1455"/>
                      <a:pt x="3870" y="1519"/>
                    </a:cubicBezTo>
                    <a:cubicBezTo>
                      <a:pt x="3970" y="1585"/>
                      <a:pt x="4037" y="1619"/>
                      <a:pt x="4104" y="1719"/>
                    </a:cubicBezTo>
                    <a:cubicBezTo>
                      <a:pt x="4137" y="1719"/>
                      <a:pt x="4170" y="1785"/>
                      <a:pt x="4237" y="1785"/>
                    </a:cubicBezTo>
                    <a:cubicBezTo>
                      <a:pt x="4271" y="1752"/>
                      <a:pt x="4271" y="1652"/>
                      <a:pt x="4271" y="1619"/>
                    </a:cubicBezTo>
                    <a:cubicBezTo>
                      <a:pt x="4237" y="1519"/>
                      <a:pt x="4170" y="1418"/>
                      <a:pt x="4104" y="1318"/>
                    </a:cubicBezTo>
                    <a:cubicBezTo>
                      <a:pt x="4070" y="1252"/>
                      <a:pt x="4037" y="1185"/>
                      <a:pt x="3970" y="1118"/>
                    </a:cubicBezTo>
                    <a:cubicBezTo>
                      <a:pt x="3904" y="1052"/>
                      <a:pt x="3904" y="1018"/>
                      <a:pt x="3970" y="951"/>
                    </a:cubicBezTo>
                    <a:cubicBezTo>
                      <a:pt x="4004" y="918"/>
                      <a:pt x="4004" y="851"/>
                      <a:pt x="4037" y="818"/>
                    </a:cubicBezTo>
                    <a:cubicBezTo>
                      <a:pt x="4104" y="651"/>
                      <a:pt x="4137" y="451"/>
                      <a:pt x="4104" y="284"/>
                    </a:cubicBezTo>
                    <a:cubicBezTo>
                      <a:pt x="4004" y="284"/>
                      <a:pt x="3937" y="318"/>
                      <a:pt x="3870" y="384"/>
                    </a:cubicBezTo>
                    <a:lnTo>
                      <a:pt x="3837" y="451"/>
                    </a:lnTo>
                    <a:cubicBezTo>
                      <a:pt x="3770" y="518"/>
                      <a:pt x="3703" y="551"/>
                      <a:pt x="3637" y="618"/>
                    </a:cubicBezTo>
                    <a:cubicBezTo>
                      <a:pt x="3500" y="700"/>
                      <a:pt x="3340" y="760"/>
                      <a:pt x="3176" y="760"/>
                    </a:cubicBezTo>
                    <a:cubicBezTo>
                      <a:pt x="3141" y="760"/>
                      <a:pt x="3105" y="757"/>
                      <a:pt x="3070" y="751"/>
                    </a:cubicBezTo>
                    <a:cubicBezTo>
                      <a:pt x="2970" y="751"/>
                      <a:pt x="2870" y="718"/>
                      <a:pt x="2803" y="651"/>
                    </a:cubicBezTo>
                    <a:cubicBezTo>
                      <a:pt x="2836" y="651"/>
                      <a:pt x="2836" y="585"/>
                      <a:pt x="2803" y="551"/>
                    </a:cubicBezTo>
                    <a:cubicBezTo>
                      <a:pt x="2769" y="484"/>
                      <a:pt x="2736" y="451"/>
                      <a:pt x="2669" y="451"/>
                    </a:cubicBezTo>
                    <a:cubicBezTo>
                      <a:pt x="2569" y="384"/>
                      <a:pt x="2469" y="351"/>
                      <a:pt x="2369" y="284"/>
                    </a:cubicBezTo>
                    <a:cubicBezTo>
                      <a:pt x="2202" y="184"/>
                      <a:pt x="2002" y="151"/>
                      <a:pt x="1802" y="51"/>
                    </a:cubicBezTo>
                    <a:cubicBezTo>
                      <a:pt x="1735" y="17"/>
                      <a:pt x="1669" y="1"/>
                      <a:pt x="15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562;p37"/>
              <p:cNvSpPr/>
              <p:nvPr/>
            </p:nvSpPr>
            <p:spPr>
              <a:xfrm flipH="1">
                <a:off x="6410538" y="4563493"/>
                <a:ext cx="165373" cy="102105"/>
              </a:xfrm>
              <a:custGeom>
                <a:avLst/>
                <a:gdLst/>
                <a:ahLst/>
                <a:cxnLst/>
                <a:rect l="l" t="t" r="r" b="b"/>
                <a:pathLst>
                  <a:path w="4271" h="2637" extrusionOk="0">
                    <a:moveTo>
                      <a:pt x="1565" y="0"/>
                    </a:moveTo>
                    <a:cubicBezTo>
                      <a:pt x="1508" y="0"/>
                      <a:pt x="1452" y="11"/>
                      <a:pt x="1401" y="37"/>
                    </a:cubicBezTo>
                    <a:cubicBezTo>
                      <a:pt x="1335" y="103"/>
                      <a:pt x="1268" y="170"/>
                      <a:pt x="1235" y="237"/>
                    </a:cubicBezTo>
                    <a:cubicBezTo>
                      <a:pt x="1201" y="270"/>
                      <a:pt x="1168" y="304"/>
                      <a:pt x="1168" y="370"/>
                    </a:cubicBezTo>
                    <a:cubicBezTo>
                      <a:pt x="1068" y="370"/>
                      <a:pt x="1001" y="404"/>
                      <a:pt x="901" y="437"/>
                    </a:cubicBezTo>
                    <a:cubicBezTo>
                      <a:pt x="734" y="537"/>
                      <a:pt x="567" y="637"/>
                      <a:pt x="401" y="804"/>
                    </a:cubicBezTo>
                    <a:cubicBezTo>
                      <a:pt x="267" y="904"/>
                      <a:pt x="134" y="1037"/>
                      <a:pt x="67" y="1204"/>
                    </a:cubicBezTo>
                    <a:cubicBezTo>
                      <a:pt x="34" y="1271"/>
                      <a:pt x="0" y="1338"/>
                      <a:pt x="34" y="1404"/>
                    </a:cubicBezTo>
                    <a:cubicBezTo>
                      <a:pt x="67" y="1471"/>
                      <a:pt x="100" y="1571"/>
                      <a:pt x="167" y="1638"/>
                    </a:cubicBezTo>
                    <a:cubicBezTo>
                      <a:pt x="267" y="1771"/>
                      <a:pt x="401" y="1905"/>
                      <a:pt x="567" y="1971"/>
                    </a:cubicBezTo>
                    <a:cubicBezTo>
                      <a:pt x="734" y="2038"/>
                      <a:pt x="901" y="2072"/>
                      <a:pt x="1068" y="2072"/>
                    </a:cubicBezTo>
                    <a:lnTo>
                      <a:pt x="1668" y="2072"/>
                    </a:lnTo>
                    <a:lnTo>
                      <a:pt x="1735" y="2205"/>
                    </a:lnTo>
                    <a:cubicBezTo>
                      <a:pt x="1768" y="2305"/>
                      <a:pt x="1835" y="2372"/>
                      <a:pt x="1902" y="2472"/>
                    </a:cubicBezTo>
                    <a:cubicBezTo>
                      <a:pt x="1974" y="2520"/>
                      <a:pt x="2097" y="2637"/>
                      <a:pt x="2198" y="2637"/>
                    </a:cubicBezTo>
                    <a:cubicBezTo>
                      <a:pt x="2238" y="2637"/>
                      <a:pt x="2274" y="2619"/>
                      <a:pt x="2302" y="2572"/>
                    </a:cubicBezTo>
                    <a:cubicBezTo>
                      <a:pt x="2335" y="2505"/>
                      <a:pt x="2369" y="2438"/>
                      <a:pt x="2369" y="2338"/>
                    </a:cubicBezTo>
                    <a:cubicBezTo>
                      <a:pt x="2402" y="2272"/>
                      <a:pt x="2435" y="2238"/>
                      <a:pt x="2469" y="2205"/>
                    </a:cubicBezTo>
                    <a:cubicBezTo>
                      <a:pt x="2502" y="2205"/>
                      <a:pt x="2536" y="2138"/>
                      <a:pt x="2569" y="2105"/>
                    </a:cubicBezTo>
                    <a:cubicBezTo>
                      <a:pt x="2569" y="2072"/>
                      <a:pt x="2502" y="2038"/>
                      <a:pt x="2469" y="2005"/>
                    </a:cubicBezTo>
                    <a:cubicBezTo>
                      <a:pt x="2402" y="2005"/>
                      <a:pt x="2369" y="1971"/>
                      <a:pt x="2302" y="1971"/>
                    </a:cubicBezTo>
                    <a:cubicBezTo>
                      <a:pt x="2369" y="1938"/>
                      <a:pt x="2435" y="1938"/>
                      <a:pt x="2502" y="1905"/>
                    </a:cubicBezTo>
                    <a:cubicBezTo>
                      <a:pt x="2602" y="1871"/>
                      <a:pt x="2669" y="1805"/>
                      <a:pt x="2769" y="1771"/>
                    </a:cubicBezTo>
                    <a:cubicBezTo>
                      <a:pt x="2902" y="1638"/>
                      <a:pt x="3103" y="1538"/>
                      <a:pt x="3303" y="1471"/>
                    </a:cubicBezTo>
                    <a:cubicBezTo>
                      <a:pt x="3374" y="1447"/>
                      <a:pt x="3445" y="1436"/>
                      <a:pt x="3514" y="1436"/>
                    </a:cubicBezTo>
                    <a:cubicBezTo>
                      <a:pt x="3641" y="1436"/>
                      <a:pt x="3762" y="1473"/>
                      <a:pt x="3870" y="1538"/>
                    </a:cubicBezTo>
                    <a:cubicBezTo>
                      <a:pt x="3970" y="1571"/>
                      <a:pt x="4037" y="1638"/>
                      <a:pt x="4103" y="1705"/>
                    </a:cubicBezTo>
                    <a:cubicBezTo>
                      <a:pt x="4130" y="1732"/>
                      <a:pt x="4157" y="1780"/>
                      <a:pt x="4202" y="1780"/>
                    </a:cubicBezTo>
                    <a:cubicBezTo>
                      <a:pt x="4213" y="1780"/>
                      <a:pt x="4224" y="1778"/>
                      <a:pt x="4237" y="1771"/>
                    </a:cubicBezTo>
                    <a:cubicBezTo>
                      <a:pt x="4270" y="1771"/>
                      <a:pt x="4270" y="1638"/>
                      <a:pt x="4270" y="1605"/>
                    </a:cubicBezTo>
                    <a:cubicBezTo>
                      <a:pt x="4237" y="1504"/>
                      <a:pt x="4170" y="1404"/>
                      <a:pt x="4137" y="1338"/>
                    </a:cubicBezTo>
                    <a:cubicBezTo>
                      <a:pt x="4103" y="1238"/>
                      <a:pt x="4037" y="1171"/>
                      <a:pt x="4003" y="1138"/>
                    </a:cubicBezTo>
                    <a:cubicBezTo>
                      <a:pt x="3937" y="1071"/>
                      <a:pt x="3937" y="1004"/>
                      <a:pt x="4003" y="937"/>
                    </a:cubicBezTo>
                    <a:lnTo>
                      <a:pt x="4070" y="837"/>
                    </a:lnTo>
                    <a:cubicBezTo>
                      <a:pt x="4137" y="637"/>
                      <a:pt x="4137" y="470"/>
                      <a:pt x="4103" y="270"/>
                    </a:cubicBezTo>
                    <a:cubicBezTo>
                      <a:pt x="4037" y="270"/>
                      <a:pt x="3937" y="337"/>
                      <a:pt x="3903" y="404"/>
                    </a:cubicBezTo>
                    <a:lnTo>
                      <a:pt x="3836" y="437"/>
                    </a:lnTo>
                    <a:cubicBezTo>
                      <a:pt x="3770" y="504"/>
                      <a:pt x="3736" y="570"/>
                      <a:pt x="3670" y="604"/>
                    </a:cubicBezTo>
                    <a:cubicBezTo>
                      <a:pt x="3503" y="737"/>
                      <a:pt x="3303" y="771"/>
                      <a:pt x="3103" y="771"/>
                    </a:cubicBezTo>
                    <a:cubicBezTo>
                      <a:pt x="3003" y="737"/>
                      <a:pt x="2902" y="704"/>
                      <a:pt x="2802" y="671"/>
                    </a:cubicBezTo>
                    <a:cubicBezTo>
                      <a:pt x="2836" y="637"/>
                      <a:pt x="2869" y="604"/>
                      <a:pt x="2836" y="570"/>
                    </a:cubicBezTo>
                    <a:cubicBezTo>
                      <a:pt x="2802" y="504"/>
                      <a:pt x="2736" y="470"/>
                      <a:pt x="2669" y="437"/>
                    </a:cubicBezTo>
                    <a:lnTo>
                      <a:pt x="2402" y="304"/>
                    </a:lnTo>
                    <a:cubicBezTo>
                      <a:pt x="2202" y="204"/>
                      <a:pt x="2002" y="170"/>
                      <a:pt x="1835" y="70"/>
                    </a:cubicBezTo>
                    <a:cubicBezTo>
                      <a:pt x="1753" y="29"/>
                      <a:pt x="1657" y="0"/>
                      <a:pt x="156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63" name="Google Shape;563;p37"/>
            <p:cNvSpPr/>
            <p:nvPr/>
          </p:nvSpPr>
          <p:spPr>
            <a:xfrm>
              <a:off x="-2160150" y="3661010"/>
              <a:ext cx="14325173" cy="1632339"/>
            </a:xfrm>
            <a:custGeom>
              <a:avLst/>
              <a:gdLst/>
              <a:ahLst/>
              <a:cxnLst/>
              <a:rect l="l" t="t" r="r" b="b"/>
              <a:pathLst>
                <a:path w="152436" h="17369" extrusionOk="0">
                  <a:moveTo>
                    <a:pt x="50508" y="1"/>
                  </a:moveTo>
                  <a:cubicBezTo>
                    <a:pt x="47549" y="1"/>
                    <a:pt x="44430" y="1151"/>
                    <a:pt x="41585" y="2247"/>
                  </a:cubicBezTo>
                  <a:cubicBezTo>
                    <a:pt x="28122" y="7515"/>
                    <a:pt x="14195" y="11490"/>
                    <a:pt x="0" y="14100"/>
                  </a:cubicBezTo>
                  <a:lnTo>
                    <a:pt x="0" y="17368"/>
                  </a:lnTo>
                  <a:lnTo>
                    <a:pt x="152436" y="17368"/>
                  </a:lnTo>
                  <a:lnTo>
                    <a:pt x="152436" y="9027"/>
                  </a:lnTo>
                  <a:cubicBezTo>
                    <a:pt x="151776" y="9188"/>
                    <a:pt x="151222" y="9272"/>
                    <a:pt x="150669" y="9272"/>
                  </a:cubicBezTo>
                  <a:cubicBezTo>
                    <a:pt x="149629" y="9272"/>
                    <a:pt x="148596" y="8973"/>
                    <a:pt x="146875" y="8320"/>
                  </a:cubicBezTo>
                  <a:cubicBezTo>
                    <a:pt x="144880" y="7555"/>
                    <a:pt x="142781" y="7169"/>
                    <a:pt x="140682" y="7169"/>
                  </a:cubicBezTo>
                  <a:cubicBezTo>
                    <a:pt x="138829" y="7169"/>
                    <a:pt x="136976" y="7470"/>
                    <a:pt x="135192" y="8076"/>
                  </a:cubicBezTo>
                  <a:cubicBezTo>
                    <a:pt x="134111" y="8429"/>
                    <a:pt x="133029" y="8922"/>
                    <a:pt x="131911" y="8922"/>
                  </a:cubicBezTo>
                  <a:cubicBezTo>
                    <a:pt x="131794" y="8922"/>
                    <a:pt x="131676" y="8916"/>
                    <a:pt x="131558" y="8905"/>
                  </a:cubicBezTo>
                  <a:cubicBezTo>
                    <a:pt x="129729" y="8759"/>
                    <a:pt x="128339" y="7246"/>
                    <a:pt x="126851" y="6124"/>
                  </a:cubicBezTo>
                  <a:cubicBezTo>
                    <a:pt x="124679" y="4538"/>
                    <a:pt x="122078" y="3720"/>
                    <a:pt x="119455" y="3720"/>
                  </a:cubicBezTo>
                  <a:cubicBezTo>
                    <a:pt x="117926" y="3720"/>
                    <a:pt x="116389" y="3998"/>
                    <a:pt x="114925" y="4564"/>
                  </a:cubicBezTo>
                  <a:cubicBezTo>
                    <a:pt x="112013" y="5723"/>
                    <a:pt x="109377" y="8009"/>
                    <a:pt x="106281" y="8009"/>
                  </a:cubicBezTo>
                  <a:cubicBezTo>
                    <a:pt x="106187" y="8009"/>
                    <a:pt x="106093" y="8007"/>
                    <a:pt x="105998" y="8002"/>
                  </a:cubicBezTo>
                  <a:cubicBezTo>
                    <a:pt x="104364" y="7929"/>
                    <a:pt x="102852" y="7198"/>
                    <a:pt x="101266" y="6807"/>
                  </a:cubicBezTo>
                  <a:cubicBezTo>
                    <a:pt x="100266" y="6570"/>
                    <a:pt x="99258" y="6476"/>
                    <a:pt x="98245" y="6476"/>
                  </a:cubicBezTo>
                  <a:cubicBezTo>
                    <a:pt x="94450" y="6476"/>
                    <a:pt x="90583" y="7793"/>
                    <a:pt x="86738" y="7793"/>
                  </a:cubicBezTo>
                  <a:cubicBezTo>
                    <a:pt x="86133" y="7793"/>
                    <a:pt x="85529" y="7761"/>
                    <a:pt x="84925" y="7685"/>
                  </a:cubicBezTo>
                  <a:cubicBezTo>
                    <a:pt x="80087" y="7078"/>
                    <a:pt x="75719" y="3715"/>
                    <a:pt x="70877" y="3715"/>
                  </a:cubicBezTo>
                  <a:cubicBezTo>
                    <a:pt x="70666" y="3715"/>
                    <a:pt x="70455" y="3721"/>
                    <a:pt x="70243" y="3734"/>
                  </a:cubicBezTo>
                  <a:cubicBezTo>
                    <a:pt x="67616" y="3887"/>
                    <a:pt x="65005" y="5063"/>
                    <a:pt x="62478" y="5063"/>
                  </a:cubicBezTo>
                  <a:cubicBezTo>
                    <a:pt x="61766" y="5063"/>
                    <a:pt x="61061" y="4970"/>
                    <a:pt x="60365" y="4734"/>
                  </a:cubicBezTo>
                  <a:cubicBezTo>
                    <a:pt x="58194" y="4003"/>
                    <a:pt x="56706" y="2051"/>
                    <a:pt x="54706" y="978"/>
                  </a:cubicBezTo>
                  <a:cubicBezTo>
                    <a:pt x="53380" y="279"/>
                    <a:pt x="51963" y="1"/>
                    <a:pt x="50508" y="1"/>
                  </a:cubicBezTo>
                  <a:close/>
                </a:path>
              </a:pathLst>
            </a:custGeom>
            <a:gradFill>
              <a:gsLst>
                <a:gs pos="0">
                  <a:srgbClr val="D0F3FF">
                    <a:alpha val="7176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7600"/>
            <a:ext cx="46776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bel"/>
              <a:buNone/>
              <a:defRPr sz="3000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bel"/>
              <a:buNone/>
              <a:defRPr sz="3000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bel"/>
              <a:buNone/>
              <a:defRPr sz="3000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bel"/>
              <a:buNone/>
              <a:defRPr sz="3000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bel"/>
              <a:buNone/>
              <a:defRPr sz="3000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bel"/>
              <a:buNone/>
              <a:defRPr sz="3000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bel"/>
              <a:buNone/>
              <a:defRPr sz="3000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bel"/>
              <a:buNone/>
              <a:defRPr sz="3000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bel"/>
              <a:buNone/>
              <a:defRPr sz="3000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45000"/>
            <a:ext cx="7717500" cy="34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Poppins"/>
              <a:buChar char="●"/>
              <a:defRPr sz="18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○"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■"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●"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○"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■"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●"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○"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■"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8" r:id="rId5"/>
    <p:sldLayoutId id="2147483659" r:id="rId6"/>
    <p:sldLayoutId id="2147483660" r:id="rId7"/>
    <p:sldLayoutId id="2147483682" r:id="rId8"/>
    <p:sldLayoutId id="2147483683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0"/>
          <p:cNvSpPr txBox="1">
            <a:spLocks noGrp="1"/>
          </p:cNvSpPr>
          <p:nvPr>
            <p:ph type="subTitle" idx="1"/>
          </p:nvPr>
        </p:nvSpPr>
        <p:spPr>
          <a:xfrm>
            <a:off x="380806" y="2523031"/>
            <a:ext cx="5378290" cy="34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Una tragedia con alta mortalidad</a:t>
            </a:r>
            <a:endParaRPr sz="2400" dirty="0"/>
          </a:p>
        </p:txBody>
      </p:sp>
      <p:sp>
        <p:nvSpPr>
          <p:cNvPr id="574" name="Google Shape;574;p40"/>
          <p:cNvSpPr txBox="1">
            <a:spLocks noGrp="1"/>
          </p:cNvSpPr>
          <p:nvPr>
            <p:ph type="ctrTitle" idx="2"/>
          </p:nvPr>
        </p:nvSpPr>
        <p:spPr>
          <a:xfrm>
            <a:off x="749015" y="1078992"/>
            <a:ext cx="4638372" cy="138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accent5"/>
                </a:solidFill>
              </a:rPr>
              <a:t>TITANIC</a:t>
            </a:r>
            <a:endParaRPr dirty="0">
              <a:solidFill>
                <a:schemeClr val="accent5"/>
              </a:solidFill>
            </a:endParaRPr>
          </a:p>
        </p:txBody>
      </p:sp>
      <p:grpSp>
        <p:nvGrpSpPr>
          <p:cNvPr id="575" name="Google Shape;575;p40"/>
          <p:cNvGrpSpPr/>
          <p:nvPr/>
        </p:nvGrpSpPr>
        <p:grpSpPr>
          <a:xfrm>
            <a:off x="5069451" y="962594"/>
            <a:ext cx="8149760" cy="6883683"/>
            <a:chOff x="2701133" y="829600"/>
            <a:chExt cx="3921548" cy="3484351"/>
          </a:xfrm>
        </p:grpSpPr>
        <p:sp>
          <p:nvSpPr>
            <p:cNvPr id="576" name="Google Shape;576;p40"/>
            <p:cNvSpPr/>
            <p:nvPr/>
          </p:nvSpPr>
          <p:spPr>
            <a:xfrm>
              <a:off x="3772318" y="1182419"/>
              <a:ext cx="67899" cy="1399447"/>
            </a:xfrm>
            <a:custGeom>
              <a:avLst/>
              <a:gdLst/>
              <a:ahLst/>
              <a:cxnLst/>
              <a:rect l="l" t="t" r="r" b="b"/>
              <a:pathLst>
                <a:path w="2220" h="45756" extrusionOk="0">
                  <a:moveTo>
                    <a:pt x="2220" y="1"/>
                  </a:moveTo>
                  <a:lnTo>
                    <a:pt x="0" y="45756"/>
                  </a:lnTo>
                  <a:lnTo>
                    <a:pt x="2098" y="44878"/>
                  </a:lnTo>
                  <a:lnTo>
                    <a:pt x="2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40"/>
            <p:cNvSpPr/>
            <p:nvPr/>
          </p:nvSpPr>
          <p:spPr>
            <a:xfrm>
              <a:off x="3123349" y="1997731"/>
              <a:ext cx="560990" cy="490859"/>
            </a:xfrm>
            <a:custGeom>
              <a:avLst/>
              <a:gdLst/>
              <a:ahLst/>
              <a:cxnLst/>
              <a:rect l="l" t="t" r="r" b="b"/>
              <a:pathLst>
                <a:path w="18342" h="16049" extrusionOk="0">
                  <a:moveTo>
                    <a:pt x="1293" y="1"/>
                  </a:moveTo>
                  <a:lnTo>
                    <a:pt x="2220" y="12732"/>
                  </a:lnTo>
                  <a:lnTo>
                    <a:pt x="18341" y="16049"/>
                  </a:lnTo>
                  <a:lnTo>
                    <a:pt x="0" y="1404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40"/>
            <p:cNvSpPr/>
            <p:nvPr/>
          </p:nvSpPr>
          <p:spPr>
            <a:xfrm>
              <a:off x="3162864" y="1997731"/>
              <a:ext cx="521474" cy="490859"/>
            </a:xfrm>
            <a:custGeom>
              <a:avLst/>
              <a:gdLst/>
              <a:ahLst/>
              <a:cxnLst/>
              <a:rect l="l" t="t" r="r" b="b"/>
              <a:pathLst>
                <a:path w="17050" h="16049" extrusionOk="0">
                  <a:moveTo>
                    <a:pt x="1" y="1"/>
                  </a:moveTo>
                  <a:lnTo>
                    <a:pt x="928" y="12732"/>
                  </a:lnTo>
                  <a:lnTo>
                    <a:pt x="17049" y="16049"/>
                  </a:lnTo>
                  <a:lnTo>
                    <a:pt x="1391" y="1224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DFE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9" name="Google Shape;579;p40"/>
            <p:cNvGrpSpPr/>
            <p:nvPr/>
          </p:nvGrpSpPr>
          <p:grpSpPr>
            <a:xfrm>
              <a:off x="2983120" y="829600"/>
              <a:ext cx="3307549" cy="1747018"/>
              <a:chOff x="2983120" y="829600"/>
              <a:chExt cx="3307549" cy="1747018"/>
            </a:xfrm>
          </p:grpSpPr>
          <p:sp>
            <p:nvSpPr>
              <p:cNvPr id="580" name="Google Shape;580;p40"/>
              <p:cNvSpPr/>
              <p:nvPr/>
            </p:nvSpPr>
            <p:spPr>
              <a:xfrm>
                <a:off x="2983854" y="829600"/>
                <a:ext cx="3306116" cy="1647859"/>
              </a:xfrm>
              <a:custGeom>
                <a:avLst/>
                <a:gdLst/>
                <a:ahLst/>
                <a:cxnLst/>
                <a:rect l="l" t="t" r="r" b="b"/>
                <a:pathLst>
                  <a:path w="108096" h="53878" extrusionOk="0">
                    <a:moveTo>
                      <a:pt x="101267" y="53877"/>
                    </a:moveTo>
                    <a:lnTo>
                      <a:pt x="108096" y="38780"/>
                    </a:lnTo>
                    <a:lnTo>
                      <a:pt x="106949" y="28073"/>
                    </a:lnTo>
                    <a:lnTo>
                      <a:pt x="101779" y="24366"/>
                    </a:lnTo>
                    <a:lnTo>
                      <a:pt x="95486" y="27707"/>
                    </a:lnTo>
                    <a:lnTo>
                      <a:pt x="89169" y="24170"/>
                    </a:lnTo>
                    <a:lnTo>
                      <a:pt x="83364" y="30390"/>
                    </a:lnTo>
                    <a:cubicBezTo>
                      <a:pt x="83364" y="30390"/>
                      <a:pt x="73999" y="26292"/>
                      <a:pt x="73706" y="26000"/>
                    </a:cubicBezTo>
                    <a:cubicBezTo>
                      <a:pt x="73413" y="25707"/>
                      <a:pt x="71023" y="23122"/>
                      <a:pt x="71023" y="23122"/>
                    </a:cubicBezTo>
                    <a:lnTo>
                      <a:pt x="64828" y="19122"/>
                    </a:lnTo>
                    <a:lnTo>
                      <a:pt x="59584" y="19878"/>
                    </a:lnTo>
                    <a:lnTo>
                      <a:pt x="56146" y="24439"/>
                    </a:lnTo>
                    <a:lnTo>
                      <a:pt x="45438" y="5366"/>
                    </a:lnTo>
                    <a:lnTo>
                      <a:pt x="35122" y="0"/>
                    </a:lnTo>
                    <a:lnTo>
                      <a:pt x="25561" y="8781"/>
                    </a:lnTo>
                    <a:lnTo>
                      <a:pt x="13732" y="12220"/>
                    </a:lnTo>
                    <a:lnTo>
                      <a:pt x="4561" y="16805"/>
                    </a:lnTo>
                    <a:lnTo>
                      <a:pt x="0" y="26731"/>
                    </a:lnTo>
                    <a:lnTo>
                      <a:pt x="1049" y="5387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Google Shape;581;p40"/>
              <p:cNvSpPr/>
              <p:nvPr/>
            </p:nvSpPr>
            <p:spPr>
              <a:xfrm>
                <a:off x="4701010" y="1414400"/>
                <a:ext cx="1203275" cy="657241"/>
              </a:xfrm>
              <a:custGeom>
                <a:avLst/>
                <a:gdLst/>
                <a:ahLst/>
                <a:cxnLst/>
                <a:rect l="l" t="t" r="r" b="b"/>
                <a:pathLst>
                  <a:path w="39342" h="21489" extrusionOk="0">
                    <a:moveTo>
                      <a:pt x="8683" y="1"/>
                    </a:moveTo>
                    <a:lnTo>
                      <a:pt x="3439" y="757"/>
                    </a:lnTo>
                    <a:lnTo>
                      <a:pt x="1" y="5318"/>
                    </a:lnTo>
                    <a:lnTo>
                      <a:pt x="4708" y="2147"/>
                    </a:lnTo>
                    <a:lnTo>
                      <a:pt x="8391" y="1757"/>
                    </a:lnTo>
                    <a:lnTo>
                      <a:pt x="14390" y="4952"/>
                    </a:lnTo>
                    <a:lnTo>
                      <a:pt x="20244" y="16659"/>
                    </a:lnTo>
                    <a:lnTo>
                      <a:pt x="21390" y="11488"/>
                    </a:lnTo>
                    <a:lnTo>
                      <a:pt x="24000" y="14537"/>
                    </a:lnTo>
                    <a:lnTo>
                      <a:pt x="25195" y="13537"/>
                    </a:lnTo>
                    <a:lnTo>
                      <a:pt x="26268" y="17196"/>
                    </a:lnTo>
                    <a:lnTo>
                      <a:pt x="29927" y="21488"/>
                    </a:lnTo>
                    <a:lnTo>
                      <a:pt x="34122" y="7488"/>
                    </a:lnTo>
                    <a:lnTo>
                      <a:pt x="39341" y="8586"/>
                    </a:lnTo>
                    <a:lnTo>
                      <a:pt x="33024" y="5049"/>
                    </a:lnTo>
                    <a:lnTo>
                      <a:pt x="27219" y="11244"/>
                    </a:lnTo>
                    <a:cubicBezTo>
                      <a:pt x="27219" y="11244"/>
                      <a:pt x="17854" y="7147"/>
                      <a:pt x="17561" y="6854"/>
                    </a:cubicBezTo>
                    <a:cubicBezTo>
                      <a:pt x="17268" y="6586"/>
                      <a:pt x="14878" y="4001"/>
                      <a:pt x="14878" y="4001"/>
                    </a:cubicBezTo>
                    <a:lnTo>
                      <a:pt x="8683" y="1"/>
                    </a:lnTo>
                    <a:close/>
                  </a:path>
                </a:pathLst>
              </a:custGeom>
              <a:solidFill>
                <a:srgbClr val="FDFE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Google Shape;582;p40"/>
              <p:cNvSpPr/>
              <p:nvPr/>
            </p:nvSpPr>
            <p:spPr>
              <a:xfrm>
                <a:off x="4058006" y="829600"/>
                <a:ext cx="643050" cy="748231"/>
              </a:xfrm>
              <a:custGeom>
                <a:avLst/>
                <a:gdLst/>
                <a:ahLst/>
                <a:cxnLst/>
                <a:rect l="l" t="t" r="r" b="b"/>
                <a:pathLst>
                  <a:path w="21025" h="24464" extrusionOk="0">
                    <a:moveTo>
                      <a:pt x="1" y="0"/>
                    </a:moveTo>
                    <a:lnTo>
                      <a:pt x="6439" y="4976"/>
                    </a:lnTo>
                    <a:cubicBezTo>
                      <a:pt x="6439" y="4976"/>
                      <a:pt x="9561" y="5610"/>
                      <a:pt x="9561" y="6000"/>
                    </a:cubicBezTo>
                    <a:cubicBezTo>
                      <a:pt x="9561" y="6366"/>
                      <a:pt x="21025" y="24463"/>
                      <a:pt x="21025" y="24463"/>
                    </a:cubicBezTo>
                    <a:lnTo>
                      <a:pt x="10317" y="53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40"/>
              <p:cNvSpPr/>
              <p:nvPr/>
            </p:nvSpPr>
            <p:spPr>
              <a:xfrm>
                <a:off x="5533485" y="1568819"/>
                <a:ext cx="211128" cy="503551"/>
              </a:xfrm>
              <a:custGeom>
                <a:avLst/>
                <a:gdLst/>
                <a:ahLst/>
                <a:cxnLst/>
                <a:rect l="l" t="t" r="r" b="b"/>
                <a:pathLst>
                  <a:path w="6903" h="16464" extrusionOk="0">
                    <a:moveTo>
                      <a:pt x="0" y="6195"/>
                    </a:moveTo>
                    <a:lnTo>
                      <a:pt x="2708" y="16464"/>
                    </a:lnTo>
                    <a:lnTo>
                      <a:pt x="6903" y="2439"/>
                    </a:lnTo>
                    <a:lnTo>
                      <a:pt x="580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584;p40"/>
              <p:cNvSpPr/>
              <p:nvPr/>
            </p:nvSpPr>
            <p:spPr>
              <a:xfrm>
                <a:off x="5141118" y="1536736"/>
                <a:ext cx="179045" cy="387176"/>
              </a:xfrm>
              <a:custGeom>
                <a:avLst/>
                <a:gdLst/>
                <a:ahLst/>
                <a:cxnLst/>
                <a:rect l="l" t="t" r="r" b="b"/>
                <a:pathLst>
                  <a:path w="5854" h="12659" extrusionOk="0">
                    <a:moveTo>
                      <a:pt x="513" y="1"/>
                    </a:moveTo>
                    <a:lnTo>
                      <a:pt x="0" y="952"/>
                    </a:lnTo>
                    <a:lnTo>
                      <a:pt x="5854" y="12659"/>
                    </a:lnTo>
                    <a:lnTo>
                      <a:pt x="3196" y="2854"/>
                    </a:lnTo>
                    <a:cubicBezTo>
                      <a:pt x="2878" y="2586"/>
                      <a:pt x="513" y="1"/>
                      <a:pt x="51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585;p40"/>
              <p:cNvSpPr/>
              <p:nvPr/>
            </p:nvSpPr>
            <p:spPr>
              <a:xfrm>
                <a:off x="4701010" y="1436787"/>
                <a:ext cx="149224" cy="140263"/>
              </a:xfrm>
              <a:custGeom>
                <a:avLst/>
                <a:gdLst/>
                <a:ahLst/>
                <a:cxnLst/>
                <a:rect l="l" t="t" r="r" b="b"/>
                <a:pathLst>
                  <a:path w="4879" h="4586" extrusionOk="0">
                    <a:moveTo>
                      <a:pt x="4781" y="1391"/>
                    </a:moveTo>
                    <a:cubicBezTo>
                      <a:pt x="4878" y="1366"/>
                      <a:pt x="3439" y="1"/>
                      <a:pt x="3439" y="1"/>
                    </a:cubicBezTo>
                    <a:lnTo>
                      <a:pt x="1" y="4586"/>
                    </a:lnTo>
                    <a:cubicBezTo>
                      <a:pt x="1" y="4586"/>
                      <a:pt x="4708" y="1415"/>
                      <a:pt x="4781" y="139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586;p40"/>
              <p:cNvSpPr/>
              <p:nvPr/>
            </p:nvSpPr>
            <p:spPr>
              <a:xfrm>
                <a:off x="6096664" y="1574783"/>
                <a:ext cx="193236" cy="440883"/>
              </a:xfrm>
              <a:custGeom>
                <a:avLst/>
                <a:gdLst/>
                <a:ahLst/>
                <a:cxnLst/>
                <a:rect l="l" t="t" r="r" b="b"/>
                <a:pathLst>
                  <a:path w="6318" h="14415" extrusionOk="0">
                    <a:moveTo>
                      <a:pt x="1" y="1"/>
                    </a:moveTo>
                    <a:lnTo>
                      <a:pt x="6318" y="14415"/>
                    </a:lnTo>
                    <a:lnTo>
                      <a:pt x="5171" y="370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40"/>
              <p:cNvSpPr/>
              <p:nvPr/>
            </p:nvSpPr>
            <p:spPr>
              <a:xfrm>
                <a:off x="6081005" y="1574783"/>
                <a:ext cx="208896" cy="902655"/>
              </a:xfrm>
              <a:custGeom>
                <a:avLst/>
                <a:gdLst/>
                <a:ahLst/>
                <a:cxnLst/>
                <a:rect l="l" t="t" r="r" b="b"/>
                <a:pathLst>
                  <a:path w="6830" h="29513" extrusionOk="0">
                    <a:moveTo>
                      <a:pt x="513" y="1"/>
                    </a:moveTo>
                    <a:lnTo>
                      <a:pt x="1" y="29512"/>
                    </a:lnTo>
                    <a:lnTo>
                      <a:pt x="6830" y="1441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588;p40"/>
              <p:cNvSpPr/>
              <p:nvPr/>
            </p:nvSpPr>
            <p:spPr>
              <a:xfrm>
                <a:off x="5904228" y="1574783"/>
                <a:ext cx="192471" cy="902655"/>
              </a:xfrm>
              <a:custGeom>
                <a:avLst/>
                <a:gdLst/>
                <a:ahLst/>
                <a:cxnLst/>
                <a:rect l="l" t="t" r="r" b="b"/>
                <a:pathLst>
                  <a:path w="6293" h="29513" extrusionOk="0">
                    <a:moveTo>
                      <a:pt x="0" y="3342"/>
                    </a:moveTo>
                    <a:lnTo>
                      <a:pt x="5781" y="29512"/>
                    </a:lnTo>
                    <a:lnTo>
                      <a:pt x="629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40"/>
              <p:cNvSpPr/>
              <p:nvPr/>
            </p:nvSpPr>
            <p:spPr>
              <a:xfrm>
                <a:off x="5620000" y="1659075"/>
                <a:ext cx="461038" cy="902681"/>
              </a:xfrm>
              <a:custGeom>
                <a:avLst/>
                <a:gdLst/>
                <a:ahLst/>
                <a:cxnLst/>
                <a:rect l="l" t="t" r="r" b="b"/>
                <a:pathLst>
                  <a:path w="15074" h="36927" extrusionOk="0">
                    <a:moveTo>
                      <a:pt x="4318" y="1"/>
                    </a:moveTo>
                    <a:lnTo>
                      <a:pt x="1" y="36927"/>
                    </a:lnTo>
                    <a:lnTo>
                      <a:pt x="15074" y="26756"/>
                    </a:lnTo>
                    <a:lnTo>
                      <a:pt x="9293" y="58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40"/>
              <p:cNvSpPr/>
              <p:nvPr/>
            </p:nvSpPr>
            <p:spPr>
              <a:xfrm>
                <a:off x="5616275" y="1659075"/>
                <a:ext cx="135797" cy="902681"/>
              </a:xfrm>
              <a:custGeom>
                <a:avLst/>
                <a:gdLst/>
                <a:ahLst/>
                <a:cxnLst/>
                <a:rect l="l" t="t" r="r" b="b"/>
                <a:pathLst>
                  <a:path w="4440" h="36927" extrusionOk="0">
                    <a:moveTo>
                      <a:pt x="1" y="13513"/>
                    </a:moveTo>
                    <a:lnTo>
                      <a:pt x="123" y="36927"/>
                    </a:lnTo>
                    <a:lnTo>
                      <a:pt x="444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Google Shape;591;p40"/>
              <p:cNvSpPr/>
              <p:nvPr/>
            </p:nvSpPr>
            <p:spPr>
              <a:xfrm>
                <a:off x="5141118" y="1565822"/>
                <a:ext cx="447611" cy="981717"/>
              </a:xfrm>
              <a:custGeom>
                <a:avLst/>
                <a:gdLst/>
                <a:ahLst/>
                <a:cxnLst/>
                <a:rect l="l" t="t" r="r" b="b"/>
                <a:pathLst>
                  <a:path w="14635" h="32098" extrusionOk="0">
                    <a:moveTo>
                      <a:pt x="7244" y="7001"/>
                    </a:moveTo>
                    <a:lnTo>
                      <a:pt x="14634" y="31586"/>
                    </a:lnTo>
                    <a:lnTo>
                      <a:pt x="2781" y="32098"/>
                    </a:lnTo>
                    <a:lnTo>
                      <a:pt x="0" y="1"/>
                    </a:lnTo>
                    <a:lnTo>
                      <a:pt x="5854" y="1170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592;p40"/>
              <p:cNvSpPr/>
              <p:nvPr/>
            </p:nvSpPr>
            <p:spPr>
              <a:xfrm>
                <a:off x="4762913" y="1468105"/>
                <a:ext cx="226054" cy="1071240"/>
              </a:xfrm>
              <a:custGeom>
                <a:avLst/>
                <a:gdLst/>
                <a:ahLst/>
                <a:cxnLst/>
                <a:rect l="l" t="t" r="r" b="b"/>
                <a:pathLst>
                  <a:path w="7391" h="35025" extrusionOk="0">
                    <a:moveTo>
                      <a:pt x="6367" y="1"/>
                    </a:moveTo>
                    <a:lnTo>
                      <a:pt x="7391" y="35024"/>
                    </a:lnTo>
                    <a:lnTo>
                      <a:pt x="1" y="34903"/>
                    </a:lnTo>
                    <a:lnTo>
                      <a:pt x="2757" y="36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40"/>
              <p:cNvSpPr/>
              <p:nvPr/>
            </p:nvSpPr>
            <p:spPr>
              <a:xfrm>
                <a:off x="4254938" y="981756"/>
                <a:ext cx="457307" cy="1576993"/>
              </a:xfrm>
              <a:custGeom>
                <a:avLst/>
                <a:gdLst/>
                <a:ahLst/>
                <a:cxnLst/>
                <a:rect l="l" t="t" r="r" b="b"/>
                <a:pathLst>
                  <a:path w="14952" h="51561" extrusionOk="0">
                    <a:moveTo>
                      <a:pt x="14586" y="19488"/>
                    </a:moveTo>
                    <a:lnTo>
                      <a:pt x="14951" y="51561"/>
                    </a:lnTo>
                    <a:lnTo>
                      <a:pt x="4391" y="51561"/>
                    </a:lnTo>
                    <a:lnTo>
                      <a:pt x="5025" y="11830"/>
                    </a:lnTo>
                    <a:lnTo>
                      <a:pt x="0" y="1"/>
                    </a:lnTo>
                    <a:lnTo>
                      <a:pt x="3122" y="1025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594;p40"/>
              <p:cNvSpPr/>
              <p:nvPr/>
            </p:nvSpPr>
            <p:spPr>
              <a:xfrm>
                <a:off x="3836453" y="1178688"/>
                <a:ext cx="338698" cy="1388253"/>
              </a:xfrm>
              <a:custGeom>
                <a:avLst/>
                <a:gdLst/>
                <a:ahLst/>
                <a:cxnLst/>
                <a:rect l="l" t="t" r="r" b="b"/>
                <a:pathLst>
                  <a:path w="11074" h="45390" extrusionOk="0">
                    <a:moveTo>
                      <a:pt x="7513" y="1"/>
                    </a:moveTo>
                    <a:lnTo>
                      <a:pt x="11074" y="45390"/>
                    </a:lnTo>
                    <a:lnTo>
                      <a:pt x="1" y="45000"/>
                    </a:lnTo>
                    <a:lnTo>
                      <a:pt x="123" y="123"/>
                    </a:lnTo>
                    <a:lnTo>
                      <a:pt x="4318" y="31122"/>
                    </a:lnTo>
                    <a:lnTo>
                      <a:pt x="6489" y="1941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Google Shape;595;p40"/>
              <p:cNvSpPr/>
              <p:nvPr/>
            </p:nvSpPr>
            <p:spPr>
              <a:xfrm>
                <a:off x="3015939" y="1306992"/>
                <a:ext cx="656476" cy="1243482"/>
              </a:xfrm>
              <a:custGeom>
                <a:avLst/>
                <a:gdLst/>
                <a:ahLst/>
                <a:cxnLst/>
                <a:rect l="l" t="t" r="r" b="b"/>
                <a:pathLst>
                  <a:path w="21464" h="43342" extrusionOk="0">
                    <a:moveTo>
                      <a:pt x="12317" y="1"/>
                    </a:moveTo>
                    <a:lnTo>
                      <a:pt x="21463" y="43341"/>
                    </a:lnTo>
                    <a:lnTo>
                      <a:pt x="3390" y="41195"/>
                    </a:lnTo>
                    <a:lnTo>
                      <a:pt x="0" y="38268"/>
                    </a:lnTo>
                    <a:lnTo>
                      <a:pt x="4805" y="22586"/>
                    </a:lnTo>
                    <a:lnTo>
                      <a:pt x="4537" y="297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40"/>
              <p:cNvSpPr/>
              <p:nvPr/>
            </p:nvSpPr>
            <p:spPr>
              <a:xfrm>
                <a:off x="3118119" y="1398007"/>
                <a:ext cx="44776" cy="599772"/>
              </a:xfrm>
              <a:custGeom>
                <a:avLst/>
                <a:gdLst/>
                <a:ahLst/>
                <a:cxnLst/>
                <a:rect l="l" t="t" r="r" b="b"/>
                <a:pathLst>
                  <a:path w="1464" h="19610" extrusionOk="0">
                    <a:moveTo>
                      <a:pt x="1196" y="0"/>
                    </a:moveTo>
                    <a:lnTo>
                      <a:pt x="1" y="366"/>
                    </a:lnTo>
                    <a:lnTo>
                      <a:pt x="1464" y="19610"/>
                    </a:lnTo>
                    <a:lnTo>
                      <a:pt x="1196" y="0"/>
                    </a:lnTo>
                    <a:close/>
                  </a:path>
                </a:pathLst>
              </a:custGeom>
              <a:solidFill>
                <a:srgbClr val="FDFE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597;p40"/>
              <p:cNvSpPr/>
              <p:nvPr/>
            </p:nvSpPr>
            <p:spPr>
              <a:xfrm>
                <a:off x="4198235" y="981756"/>
                <a:ext cx="210394" cy="1576993"/>
              </a:xfrm>
              <a:custGeom>
                <a:avLst/>
                <a:gdLst/>
                <a:ahLst/>
                <a:cxnLst/>
                <a:rect l="l" t="t" r="r" b="b"/>
                <a:pathLst>
                  <a:path w="6879" h="51561" extrusionOk="0">
                    <a:moveTo>
                      <a:pt x="1854" y="1"/>
                    </a:moveTo>
                    <a:lnTo>
                      <a:pt x="1" y="391"/>
                    </a:lnTo>
                    <a:lnTo>
                      <a:pt x="6001" y="12805"/>
                    </a:lnTo>
                    <a:lnTo>
                      <a:pt x="6245" y="51561"/>
                    </a:lnTo>
                    <a:lnTo>
                      <a:pt x="6879" y="11830"/>
                    </a:lnTo>
                    <a:lnTo>
                      <a:pt x="185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598;p40"/>
              <p:cNvSpPr/>
              <p:nvPr/>
            </p:nvSpPr>
            <p:spPr>
              <a:xfrm>
                <a:off x="3392625" y="1151100"/>
                <a:ext cx="379712" cy="1399403"/>
              </a:xfrm>
              <a:custGeom>
                <a:avLst/>
                <a:gdLst/>
                <a:ahLst/>
                <a:cxnLst/>
                <a:rect l="l" t="t" r="r" b="b"/>
                <a:pathLst>
                  <a:path w="12416" h="48439" extrusionOk="0">
                    <a:moveTo>
                      <a:pt x="1" y="5098"/>
                    </a:moveTo>
                    <a:lnTo>
                      <a:pt x="9147" y="48438"/>
                    </a:lnTo>
                    <a:lnTo>
                      <a:pt x="12415" y="46780"/>
                    </a:lnTo>
                    <a:lnTo>
                      <a:pt x="1087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40"/>
              <p:cNvSpPr/>
              <p:nvPr/>
            </p:nvSpPr>
            <p:spPr>
              <a:xfrm>
                <a:off x="4701010" y="1479299"/>
                <a:ext cx="146227" cy="1079436"/>
              </a:xfrm>
              <a:custGeom>
                <a:avLst/>
                <a:gdLst/>
                <a:ahLst/>
                <a:cxnLst/>
                <a:rect l="l" t="t" r="r" b="b"/>
                <a:pathLst>
                  <a:path w="4781" h="35293" extrusionOk="0">
                    <a:moveTo>
                      <a:pt x="1" y="3220"/>
                    </a:moveTo>
                    <a:lnTo>
                      <a:pt x="4781" y="1"/>
                    </a:lnTo>
                    <a:lnTo>
                      <a:pt x="2025" y="34537"/>
                    </a:lnTo>
                    <a:lnTo>
                      <a:pt x="366" y="3529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600;p40"/>
              <p:cNvSpPr/>
              <p:nvPr/>
            </p:nvSpPr>
            <p:spPr>
              <a:xfrm>
                <a:off x="4066202" y="1178688"/>
                <a:ext cx="255171" cy="1388253"/>
              </a:xfrm>
              <a:custGeom>
                <a:avLst/>
                <a:gdLst/>
                <a:ahLst/>
                <a:cxnLst/>
                <a:rect l="l" t="t" r="r" b="b"/>
                <a:pathLst>
                  <a:path w="8343" h="45390" extrusionOk="0">
                    <a:moveTo>
                      <a:pt x="1" y="1"/>
                    </a:moveTo>
                    <a:lnTo>
                      <a:pt x="3562" y="45390"/>
                    </a:lnTo>
                    <a:lnTo>
                      <a:pt x="8342" y="4468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601;p40"/>
              <p:cNvSpPr/>
              <p:nvPr/>
            </p:nvSpPr>
            <p:spPr>
              <a:xfrm>
                <a:off x="3837950" y="1188375"/>
                <a:ext cx="210394" cy="1388243"/>
              </a:xfrm>
              <a:custGeom>
                <a:avLst/>
                <a:gdLst/>
                <a:ahLst/>
                <a:cxnLst/>
                <a:rect l="l" t="t" r="r" b="b"/>
                <a:pathLst>
                  <a:path w="6879" h="47171" extrusionOk="0">
                    <a:moveTo>
                      <a:pt x="1" y="1"/>
                    </a:moveTo>
                    <a:lnTo>
                      <a:pt x="3757" y="46902"/>
                    </a:lnTo>
                    <a:lnTo>
                      <a:pt x="6879" y="47170"/>
                    </a:lnTo>
                    <a:lnTo>
                      <a:pt x="6440" y="19342"/>
                    </a:lnTo>
                    <a:lnTo>
                      <a:pt x="6440" y="19098"/>
                    </a:lnTo>
                    <a:lnTo>
                      <a:pt x="4269" y="3080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40"/>
              <p:cNvSpPr/>
              <p:nvPr/>
            </p:nvSpPr>
            <p:spPr>
              <a:xfrm>
                <a:off x="4276561" y="1373386"/>
                <a:ext cx="112675" cy="1185352"/>
              </a:xfrm>
              <a:custGeom>
                <a:avLst/>
                <a:gdLst/>
                <a:ahLst/>
                <a:cxnLst/>
                <a:rect l="l" t="t" r="r" b="b"/>
                <a:pathLst>
                  <a:path w="3684" h="38756" extrusionOk="0">
                    <a:moveTo>
                      <a:pt x="3440" y="0"/>
                    </a:moveTo>
                    <a:lnTo>
                      <a:pt x="1903" y="27366"/>
                    </a:lnTo>
                    <a:lnTo>
                      <a:pt x="1" y="23219"/>
                    </a:lnTo>
                    <a:lnTo>
                      <a:pt x="1464" y="38317"/>
                    </a:lnTo>
                    <a:lnTo>
                      <a:pt x="3684" y="3875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Google Shape;603;p40"/>
              <p:cNvSpPr/>
              <p:nvPr/>
            </p:nvSpPr>
            <p:spPr>
              <a:xfrm>
                <a:off x="3015937" y="1986537"/>
                <a:ext cx="668405" cy="502053"/>
              </a:xfrm>
              <a:custGeom>
                <a:avLst/>
                <a:gdLst/>
                <a:ahLst/>
                <a:cxnLst/>
                <a:rect l="l" t="t" r="r" b="b"/>
                <a:pathLst>
                  <a:path w="21854" h="16415" extrusionOk="0">
                    <a:moveTo>
                      <a:pt x="0" y="16049"/>
                    </a:moveTo>
                    <a:cubicBezTo>
                      <a:pt x="0" y="16049"/>
                      <a:pt x="4537" y="1"/>
                      <a:pt x="4805" y="367"/>
                    </a:cubicBezTo>
                    <a:cubicBezTo>
                      <a:pt x="5049" y="757"/>
                      <a:pt x="3512" y="14415"/>
                      <a:pt x="3512" y="14415"/>
                    </a:cubicBezTo>
                    <a:lnTo>
                      <a:pt x="21853" y="1641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604;p40"/>
              <p:cNvSpPr/>
              <p:nvPr/>
            </p:nvSpPr>
            <p:spPr>
              <a:xfrm>
                <a:off x="5904228" y="1574783"/>
                <a:ext cx="386441" cy="902655"/>
              </a:xfrm>
              <a:custGeom>
                <a:avLst/>
                <a:gdLst/>
                <a:ahLst/>
                <a:cxnLst/>
                <a:rect l="l" t="t" r="r" b="b"/>
                <a:pathLst>
                  <a:path w="12635" h="29513" extrusionOk="0">
                    <a:moveTo>
                      <a:pt x="7268" y="22634"/>
                    </a:moveTo>
                    <a:cubicBezTo>
                      <a:pt x="7268" y="22781"/>
                      <a:pt x="6317" y="1"/>
                      <a:pt x="6317" y="1"/>
                    </a:cubicBezTo>
                    <a:lnTo>
                      <a:pt x="5220" y="23195"/>
                    </a:lnTo>
                    <a:lnTo>
                      <a:pt x="0" y="3342"/>
                    </a:lnTo>
                    <a:lnTo>
                      <a:pt x="5805" y="29512"/>
                    </a:lnTo>
                    <a:lnTo>
                      <a:pt x="12634" y="14415"/>
                    </a:lnTo>
                    <a:cubicBezTo>
                      <a:pt x="12634" y="14415"/>
                      <a:pt x="7268" y="22488"/>
                      <a:pt x="7268" y="22634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40"/>
              <p:cNvSpPr/>
              <p:nvPr/>
            </p:nvSpPr>
            <p:spPr>
              <a:xfrm>
                <a:off x="2983120" y="829600"/>
                <a:ext cx="1271877" cy="818332"/>
              </a:xfrm>
              <a:custGeom>
                <a:avLst/>
                <a:gdLst/>
                <a:ahLst/>
                <a:cxnLst/>
                <a:rect l="l" t="t" r="r" b="b"/>
                <a:pathLst>
                  <a:path w="41585" h="26756" extrusionOk="0">
                    <a:moveTo>
                      <a:pt x="35146" y="0"/>
                    </a:moveTo>
                    <a:lnTo>
                      <a:pt x="25609" y="8781"/>
                    </a:lnTo>
                    <a:lnTo>
                      <a:pt x="13756" y="12220"/>
                    </a:lnTo>
                    <a:lnTo>
                      <a:pt x="4585" y="16805"/>
                    </a:lnTo>
                    <a:lnTo>
                      <a:pt x="0" y="26756"/>
                    </a:lnTo>
                    <a:lnTo>
                      <a:pt x="5171" y="18732"/>
                    </a:lnTo>
                    <a:lnTo>
                      <a:pt x="13390" y="15610"/>
                    </a:lnTo>
                    <a:lnTo>
                      <a:pt x="28024" y="11537"/>
                    </a:lnTo>
                    <a:lnTo>
                      <a:pt x="35414" y="11415"/>
                    </a:lnTo>
                    <a:lnTo>
                      <a:pt x="41584" y="4976"/>
                    </a:lnTo>
                    <a:lnTo>
                      <a:pt x="3514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06" name="Google Shape;606;p40"/>
            <p:cNvSpPr/>
            <p:nvPr/>
          </p:nvSpPr>
          <p:spPr>
            <a:xfrm>
              <a:off x="2701133" y="2477383"/>
              <a:ext cx="3921548" cy="1836568"/>
            </a:xfrm>
            <a:custGeom>
              <a:avLst/>
              <a:gdLst/>
              <a:ahLst/>
              <a:cxnLst/>
              <a:rect l="l" t="t" r="r" b="b"/>
              <a:pathLst>
                <a:path w="128218" h="60048" extrusionOk="0">
                  <a:moveTo>
                    <a:pt x="5927" y="16927"/>
                  </a:moveTo>
                  <a:lnTo>
                    <a:pt x="952" y="21683"/>
                  </a:lnTo>
                  <a:lnTo>
                    <a:pt x="1" y="29707"/>
                  </a:lnTo>
                  <a:lnTo>
                    <a:pt x="4781" y="36975"/>
                  </a:lnTo>
                  <a:lnTo>
                    <a:pt x="9220" y="43828"/>
                  </a:lnTo>
                  <a:lnTo>
                    <a:pt x="19342" y="51853"/>
                  </a:lnTo>
                  <a:lnTo>
                    <a:pt x="26610" y="49316"/>
                  </a:lnTo>
                  <a:lnTo>
                    <a:pt x="34439" y="45463"/>
                  </a:lnTo>
                  <a:lnTo>
                    <a:pt x="42073" y="44999"/>
                  </a:lnTo>
                  <a:lnTo>
                    <a:pt x="46097" y="48731"/>
                  </a:lnTo>
                  <a:lnTo>
                    <a:pt x="51244" y="56438"/>
                  </a:lnTo>
                  <a:lnTo>
                    <a:pt x="59658" y="55560"/>
                  </a:lnTo>
                  <a:lnTo>
                    <a:pt x="60804" y="50218"/>
                  </a:lnTo>
                  <a:lnTo>
                    <a:pt x="62902" y="44999"/>
                  </a:lnTo>
                  <a:lnTo>
                    <a:pt x="70146" y="47975"/>
                  </a:lnTo>
                  <a:lnTo>
                    <a:pt x="73194" y="59706"/>
                  </a:lnTo>
                  <a:cubicBezTo>
                    <a:pt x="73194" y="59706"/>
                    <a:pt x="73316" y="59828"/>
                    <a:pt x="73511" y="60048"/>
                  </a:cubicBezTo>
                  <a:lnTo>
                    <a:pt x="102925" y="60048"/>
                  </a:lnTo>
                  <a:lnTo>
                    <a:pt x="104535" y="51828"/>
                  </a:lnTo>
                  <a:lnTo>
                    <a:pt x="115047" y="40243"/>
                  </a:lnTo>
                  <a:lnTo>
                    <a:pt x="123242" y="28048"/>
                  </a:lnTo>
                  <a:lnTo>
                    <a:pt x="128217" y="15292"/>
                  </a:lnTo>
                  <a:lnTo>
                    <a:pt x="124779" y="9195"/>
                  </a:lnTo>
                  <a:lnTo>
                    <a:pt x="114852" y="5927"/>
                  </a:lnTo>
                  <a:lnTo>
                    <a:pt x="110072" y="732"/>
                  </a:lnTo>
                  <a:lnTo>
                    <a:pt x="110511" y="0"/>
                  </a:lnTo>
                  <a:lnTo>
                    <a:pt x="10293" y="0"/>
                  </a:lnTo>
                  <a:lnTo>
                    <a:pt x="10561" y="5341"/>
                  </a:lnTo>
                  <a:close/>
                </a:path>
              </a:pathLst>
            </a:custGeom>
            <a:solidFill>
              <a:srgbClr val="6B919E">
                <a:alpha val="21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40"/>
            <p:cNvSpPr/>
            <p:nvPr/>
          </p:nvSpPr>
          <p:spPr>
            <a:xfrm>
              <a:off x="3015939" y="2477378"/>
              <a:ext cx="3313005" cy="210528"/>
            </a:xfrm>
            <a:custGeom>
              <a:avLst/>
              <a:gdLst/>
              <a:ahLst/>
              <a:cxnLst/>
              <a:rect l="l" t="t" r="r" b="b"/>
              <a:pathLst>
                <a:path w="110877" h="4709" extrusionOk="0">
                  <a:moveTo>
                    <a:pt x="1" y="0"/>
                  </a:moveTo>
                  <a:lnTo>
                    <a:pt x="416" y="1683"/>
                  </a:lnTo>
                  <a:cubicBezTo>
                    <a:pt x="1080" y="1671"/>
                    <a:pt x="1749" y="1661"/>
                    <a:pt x="2420" y="1661"/>
                  </a:cubicBezTo>
                  <a:cubicBezTo>
                    <a:pt x="5863" y="1661"/>
                    <a:pt x="9342" y="1924"/>
                    <a:pt x="12342" y="3537"/>
                  </a:cubicBezTo>
                  <a:cubicBezTo>
                    <a:pt x="13267" y="4040"/>
                    <a:pt x="14276" y="4708"/>
                    <a:pt x="15299" y="4708"/>
                  </a:cubicBezTo>
                  <a:cubicBezTo>
                    <a:pt x="15516" y="4708"/>
                    <a:pt x="15734" y="4678"/>
                    <a:pt x="15952" y="4610"/>
                  </a:cubicBezTo>
                  <a:cubicBezTo>
                    <a:pt x="16464" y="4439"/>
                    <a:pt x="16903" y="4073"/>
                    <a:pt x="17391" y="3805"/>
                  </a:cubicBezTo>
                  <a:cubicBezTo>
                    <a:pt x="18269" y="3317"/>
                    <a:pt x="19318" y="3195"/>
                    <a:pt x="20318" y="3073"/>
                  </a:cubicBezTo>
                  <a:cubicBezTo>
                    <a:pt x="25975" y="2467"/>
                    <a:pt x="31652" y="2272"/>
                    <a:pt x="37337" y="2272"/>
                  </a:cubicBezTo>
                  <a:cubicBezTo>
                    <a:pt x="47436" y="2272"/>
                    <a:pt x="57562" y="2887"/>
                    <a:pt x="67658" y="2903"/>
                  </a:cubicBezTo>
                  <a:cubicBezTo>
                    <a:pt x="74292" y="2903"/>
                    <a:pt x="80902" y="2659"/>
                    <a:pt x="87511" y="2415"/>
                  </a:cubicBezTo>
                  <a:lnTo>
                    <a:pt x="110877" y="1512"/>
                  </a:lnTo>
                  <a:lnTo>
                    <a:pt x="110877" y="1512"/>
                  </a:lnTo>
                  <a:cubicBezTo>
                    <a:pt x="110842" y="1514"/>
                    <a:pt x="110808" y="1514"/>
                    <a:pt x="110773" y="1514"/>
                  </a:cubicBezTo>
                  <a:cubicBezTo>
                    <a:pt x="109515" y="1514"/>
                    <a:pt x="107841" y="678"/>
                    <a:pt x="106560" y="488"/>
                  </a:cubicBezTo>
                  <a:cubicBezTo>
                    <a:pt x="106246" y="447"/>
                    <a:pt x="105877" y="440"/>
                    <a:pt x="105487" y="440"/>
                  </a:cubicBezTo>
                  <a:cubicBezTo>
                    <a:pt x="105300" y="440"/>
                    <a:pt x="105109" y="442"/>
                    <a:pt x="104917" y="442"/>
                  </a:cubicBezTo>
                  <a:cubicBezTo>
                    <a:pt x="104069" y="442"/>
                    <a:pt x="103196" y="413"/>
                    <a:pt x="102609" y="98"/>
                  </a:cubicBezTo>
                  <a:cubicBezTo>
                    <a:pt x="102535" y="73"/>
                    <a:pt x="102462" y="25"/>
                    <a:pt x="10241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8" name="Google Shape;608;p40"/>
          <p:cNvGrpSpPr/>
          <p:nvPr/>
        </p:nvGrpSpPr>
        <p:grpSpPr>
          <a:xfrm>
            <a:off x="1710889" y="3681290"/>
            <a:ext cx="2181562" cy="673098"/>
            <a:chOff x="799450" y="3532500"/>
            <a:chExt cx="1937100" cy="597672"/>
          </a:xfrm>
        </p:grpSpPr>
        <p:grpSp>
          <p:nvGrpSpPr>
            <p:cNvPr id="609" name="Google Shape;609;p40"/>
            <p:cNvGrpSpPr/>
            <p:nvPr/>
          </p:nvGrpSpPr>
          <p:grpSpPr>
            <a:xfrm>
              <a:off x="883550" y="3532500"/>
              <a:ext cx="1754875" cy="355800"/>
              <a:chOff x="883550" y="3532500"/>
              <a:chExt cx="1754875" cy="355800"/>
            </a:xfrm>
          </p:grpSpPr>
          <p:sp>
            <p:nvSpPr>
              <p:cNvPr id="610" name="Google Shape;610;p40"/>
              <p:cNvSpPr/>
              <p:nvPr/>
            </p:nvSpPr>
            <p:spPr>
              <a:xfrm>
                <a:off x="1031075" y="3557600"/>
                <a:ext cx="1369225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54769" h="1444" extrusionOk="0">
                    <a:moveTo>
                      <a:pt x="0" y="381"/>
                    </a:moveTo>
                    <a:cubicBezTo>
                      <a:pt x="5112" y="556"/>
                      <a:pt x="21543" y="1492"/>
                      <a:pt x="30671" y="1428"/>
                    </a:cubicBezTo>
                    <a:cubicBezTo>
                      <a:pt x="39799" y="1365"/>
                      <a:pt x="50753" y="238"/>
                      <a:pt x="54769" y="0"/>
                    </a:cubicBezTo>
                  </a:path>
                </a:pathLst>
              </a:cu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cxnSp>
            <p:nvCxnSpPr>
              <p:cNvPr id="611" name="Google Shape;611;p40"/>
              <p:cNvCxnSpPr/>
              <p:nvPr/>
            </p:nvCxnSpPr>
            <p:spPr>
              <a:xfrm rot="10800000" flipH="1">
                <a:off x="883550" y="3581550"/>
                <a:ext cx="143700" cy="301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2" name="Google Shape;612;p40"/>
              <p:cNvCxnSpPr/>
              <p:nvPr/>
            </p:nvCxnSpPr>
            <p:spPr>
              <a:xfrm rot="10800000" flipH="1">
                <a:off x="966900" y="3584925"/>
                <a:ext cx="62400" cy="2979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3" name="Google Shape;613;p40"/>
              <p:cNvCxnSpPr/>
              <p:nvPr/>
            </p:nvCxnSpPr>
            <p:spPr>
              <a:xfrm rot="10800000">
                <a:off x="1015125" y="3532500"/>
                <a:ext cx="108600" cy="355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614" name="Google Shape;614;p40"/>
              <p:cNvCxnSpPr/>
              <p:nvPr/>
            </p:nvCxnSpPr>
            <p:spPr>
              <a:xfrm rot="10800000">
                <a:off x="2404725" y="3586050"/>
                <a:ext cx="233700" cy="2970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5" name="Google Shape;615;p40"/>
              <p:cNvCxnSpPr/>
              <p:nvPr/>
            </p:nvCxnSpPr>
            <p:spPr>
              <a:xfrm rot="10800000">
                <a:off x="2404775" y="3593325"/>
                <a:ext cx="150300" cy="289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6" name="Google Shape;616;p40"/>
              <p:cNvCxnSpPr/>
              <p:nvPr/>
            </p:nvCxnSpPr>
            <p:spPr>
              <a:xfrm rot="10800000">
                <a:off x="2384075" y="3532500"/>
                <a:ext cx="108600" cy="355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617" name="Google Shape;617;p40"/>
            <p:cNvGrpSpPr/>
            <p:nvPr/>
          </p:nvGrpSpPr>
          <p:grpSpPr>
            <a:xfrm>
              <a:off x="799450" y="3882200"/>
              <a:ext cx="1937100" cy="247972"/>
              <a:chOff x="799450" y="3882200"/>
              <a:chExt cx="1937100" cy="247972"/>
            </a:xfrm>
          </p:grpSpPr>
          <p:grpSp>
            <p:nvGrpSpPr>
              <p:cNvPr id="618" name="Google Shape;618;p40"/>
              <p:cNvGrpSpPr/>
              <p:nvPr/>
            </p:nvGrpSpPr>
            <p:grpSpPr>
              <a:xfrm>
                <a:off x="799450" y="3932909"/>
                <a:ext cx="1937100" cy="197263"/>
                <a:chOff x="799450" y="3983858"/>
                <a:chExt cx="1937100" cy="146392"/>
              </a:xfrm>
            </p:grpSpPr>
            <p:sp>
              <p:nvSpPr>
                <p:cNvPr id="619" name="Google Shape;619;p40"/>
                <p:cNvSpPr/>
                <p:nvPr/>
              </p:nvSpPr>
              <p:spPr>
                <a:xfrm rot="10800000">
                  <a:off x="814925" y="4056750"/>
                  <a:ext cx="1907400" cy="73500"/>
                </a:xfrm>
                <a:prstGeom prst="trapezoid">
                  <a:avLst>
                    <a:gd name="adj" fmla="val 15343"/>
                  </a:avLst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0" name="Google Shape;620;p40"/>
                <p:cNvSpPr/>
                <p:nvPr/>
              </p:nvSpPr>
              <p:spPr>
                <a:xfrm rot="10800000">
                  <a:off x="799450" y="3983858"/>
                  <a:ext cx="1937100" cy="73500"/>
                </a:xfrm>
                <a:prstGeom prst="trapezoid">
                  <a:avLst>
                    <a:gd name="adj" fmla="val 15343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21" name="Google Shape;621;p40"/>
              <p:cNvGrpSpPr/>
              <p:nvPr/>
            </p:nvGrpSpPr>
            <p:grpSpPr>
              <a:xfrm>
                <a:off x="839650" y="3882200"/>
                <a:ext cx="1842600" cy="50700"/>
                <a:chOff x="839650" y="3882200"/>
                <a:chExt cx="1842600" cy="50700"/>
              </a:xfrm>
            </p:grpSpPr>
            <p:sp>
              <p:nvSpPr>
                <p:cNvPr id="622" name="Google Shape;622;p40"/>
                <p:cNvSpPr/>
                <p:nvPr/>
              </p:nvSpPr>
              <p:spPr>
                <a:xfrm>
                  <a:off x="839650" y="3882200"/>
                  <a:ext cx="1842600" cy="507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623" name="Google Shape;623;p40"/>
                <p:cNvGrpSpPr/>
                <p:nvPr/>
              </p:nvGrpSpPr>
              <p:grpSpPr>
                <a:xfrm>
                  <a:off x="869023" y="3894092"/>
                  <a:ext cx="1783854" cy="26904"/>
                  <a:chOff x="869023" y="3894092"/>
                  <a:chExt cx="1783854" cy="26904"/>
                </a:xfrm>
              </p:grpSpPr>
              <p:sp>
                <p:nvSpPr>
                  <p:cNvPr id="624" name="Google Shape;624;p40"/>
                  <p:cNvSpPr/>
                  <p:nvPr/>
                </p:nvSpPr>
                <p:spPr>
                  <a:xfrm>
                    <a:off x="86902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25" name="Google Shape;625;p40"/>
                  <p:cNvSpPr/>
                  <p:nvPr/>
                </p:nvSpPr>
                <p:spPr>
                  <a:xfrm>
                    <a:off x="93659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26" name="Google Shape;626;p40"/>
                  <p:cNvSpPr/>
                  <p:nvPr/>
                </p:nvSpPr>
                <p:spPr>
                  <a:xfrm>
                    <a:off x="100417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27" name="Google Shape;627;p40"/>
                  <p:cNvSpPr/>
                  <p:nvPr/>
                </p:nvSpPr>
                <p:spPr>
                  <a:xfrm>
                    <a:off x="107174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28" name="Google Shape;628;p40"/>
                  <p:cNvSpPr/>
                  <p:nvPr/>
                </p:nvSpPr>
                <p:spPr>
                  <a:xfrm>
                    <a:off x="113932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29" name="Google Shape;629;p40"/>
                  <p:cNvSpPr/>
                  <p:nvPr/>
                </p:nvSpPr>
                <p:spPr>
                  <a:xfrm>
                    <a:off x="120689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30" name="Google Shape;630;p40"/>
                  <p:cNvSpPr/>
                  <p:nvPr/>
                </p:nvSpPr>
                <p:spPr>
                  <a:xfrm>
                    <a:off x="127447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31" name="Google Shape;631;p40"/>
                  <p:cNvSpPr/>
                  <p:nvPr/>
                </p:nvSpPr>
                <p:spPr>
                  <a:xfrm>
                    <a:off x="134204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32" name="Google Shape;632;p40"/>
                  <p:cNvSpPr/>
                  <p:nvPr/>
                </p:nvSpPr>
                <p:spPr>
                  <a:xfrm>
                    <a:off x="140962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33" name="Google Shape;633;p40"/>
                  <p:cNvSpPr/>
                  <p:nvPr/>
                </p:nvSpPr>
                <p:spPr>
                  <a:xfrm>
                    <a:off x="147719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34" name="Google Shape;634;p40"/>
                  <p:cNvSpPr/>
                  <p:nvPr/>
                </p:nvSpPr>
                <p:spPr>
                  <a:xfrm>
                    <a:off x="154477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35" name="Google Shape;635;p40"/>
                  <p:cNvSpPr/>
                  <p:nvPr/>
                </p:nvSpPr>
                <p:spPr>
                  <a:xfrm>
                    <a:off x="161234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36" name="Google Shape;636;p40"/>
                  <p:cNvSpPr/>
                  <p:nvPr/>
                </p:nvSpPr>
                <p:spPr>
                  <a:xfrm>
                    <a:off x="167992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37" name="Google Shape;637;p40"/>
                  <p:cNvSpPr/>
                  <p:nvPr/>
                </p:nvSpPr>
                <p:spPr>
                  <a:xfrm>
                    <a:off x="174749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38" name="Google Shape;638;p40"/>
                  <p:cNvSpPr/>
                  <p:nvPr/>
                </p:nvSpPr>
                <p:spPr>
                  <a:xfrm>
                    <a:off x="181507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39" name="Google Shape;639;p40"/>
                  <p:cNvSpPr/>
                  <p:nvPr/>
                </p:nvSpPr>
                <p:spPr>
                  <a:xfrm>
                    <a:off x="188264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40" name="Google Shape;640;p40"/>
                  <p:cNvSpPr/>
                  <p:nvPr/>
                </p:nvSpPr>
                <p:spPr>
                  <a:xfrm>
                    <a:off x="195022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41" name="Google Shape;641;p40"/>
                  <p:cNvSpPr/>
                  <p:nvPr/>
                </p:nvSpPr>
                <p:spPr>
                  <a:xfrm>
                    <a:off x="201779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42" name="Google Shape;642;p40"/>
                  <p:cNvSpPr/>
                  <p:nvPr/>
                </p:nvSpPr>
                <p:spPr>
                  <a:xfrm>
                    <a:off x="208537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43" name="Google Shape;643;p40"/>
                  <p:cNvSpPr/>
                  <p:nvPr/>
                </p:nvSpPr>
                <p:spPr>
                  <a:xfrm>
                    <a:off x="215294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44" name="Google Shape;644;p40"/>
                  <p:cNvSpPr/>
                  <p:nvPr/>
                </p:nvSpPr>
                <p:spPr>
                  <a:xfrm>
                    <a:off x="222052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45" name="Google Shape;645;p40"/>
                  <p:cNvSpPr/>
                  <p:nvPr/>
                </p:nvSpPr>
                <p:spPr>
                  <a:xfrm>
                    <a:off x="228809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46" name="Google Shape;646;p40"/>
                  <p:cNvSpPr/>
                  <p:nvPr/>
                </p:nvSpPr>
                <p:spPr>
                  <a:xfrm>
                    <a:off x="235567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47" name="Google Shape;647;p40"/>
                  <p:cNvSpPr/>
                  <p:nvPr/>
                </p:nvSpPr>
                <p:spPr>
                  <a:xfrm>
                    <a:off x="242324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48" name="Google Shape;648;p40"/>
                  <p:cNvSpPr/>
                  <p:nvPr/>
                </p:nvSpPr>
                <p:spPr>
                  <a:xfrm>
                    <a:off x="249082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49" name="Google Shape;649;p40"/>
                  <p:cNvSpPr/>
                  <p:nvPr/>
                </p:nvSpPr>
                <p:spPr>
                  <a:xfrm>
                    <a:off x="255839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50" name="Google Shape;650;p40"/>
                  <p:cNvSpPr/>
                  <p:nvPr/>
                </p:nvSpPr>
                <p:spPr>
                  <a:xfrm>
                    <a:off x="262597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651" name="Google Shape;651;p40"/>
            <p:cNvGrpSpPr/>
            <p:nvPr/>
          </p:nvGrpSpPr>
          <p:grpSpPr>
            <a:xfrm>
              <a:off x="1359775" y="3698075"/>
              <a:ext cx="66749" cy="184126"/>
              <a:chOff x="1274300" y="3698075"/>
              <a:chExt cx="66749" cy="184126"/>
            </a:xfrm>
          </p:grpSpPr>
          <p:sp>
            <p:nvSpPr>
              <p:cNvPr id="652" name="Google Shape;652;p40"/>
              <p:cNvSpPr/>
              <p:nvPr/>
            </p:nvSpPr>
            <p:spPr>
              <a:xfrm>
                <a:off x="1274300" y="3698075"/>
                <a:ext cx="66749" cy="184126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757" extrusionOk="0">
                    <a:moveTo>
                      <a:pt x="0" y="0"/>
                    </a:moveTo>
                    <a:lnTo>
                      <a:pt x="0" y="2756"/>
                    </a:lnTo>
                    <a:lnTo>
                      <a:pt x="1635" y="2756"/>
                    </a:lnTo>
                    <a:lnTo>
                      <a:pt x="163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40"/>
              <p:cNvSpPr/>
              <p:nvPr/>
            </p:nvSpPr>
            <p:spPr>
              <a:xfrm>
                <a:off x="1274300" y="3698075"/>
                <a:ext cx="66749" cy="54775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757" extrusionOk="0">
                    <a:moveTo>
                      <a:pt x="0" y="0"/>
                    </a:moveTo>
                    <a:lnTo>
                      <a:pt x="0" y="2756"/>
                    </a:lnTo>
                    <a:lnTo>
                      <a:pt x="1635" y="2756"/>
                    </a:lnTo>
                    <a:lnTo>
                      <a:pt x="163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54" name="Google Shape;654;p40"/>
            <p:cNvGrpSpPr/>
            <p:nvPr/>
          </p:nvGrpSpPr>
          <p:grpSpPr>
            <a:xfrm>
              <a:off x="1600275" y="3698075"/>
              <a:ext cx="66749" cy="184126"/>
              <a:chOff x="1274300" y="3698075"/>
              <a:chExt cx="66749" cy="184126"/>
            </a:xfrm>
          </p:grpSpPr>
          <p:sp>
            <p:nvSpPr>
              <p:cNvPr id="655" name="Google Shape;655;p40"/>
              <p:cNvSpPr/>
              <p:nvPr/>
            </p:nvSpPr>
            <p:spPr>
              <a:xfrm>
                <a:off x="1274300" y="3698075"/>
                <a:ext cx="66749" cy="184126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757" extrusionOk="0">
                    <a:moveTo>
                      <a:pt x="0" y="0"/>
                    </a:moveTo>
                    <a:lnTo>
                      <a:pt x="0" y="2756"/>
                    </a:lnTo>
                    <a:lnTo>
                      <a:pt x="1635" y="2756"/>
                    </a:lnTo>
                    <a:lnTo>
                      <a:pt x="163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40"/>
              <p:cNvSpPr/>
              <p:nvPr/>
            </p:nvSpPr>
            <p:spPr>
              <a:xfrm>
                <a:off x="1274300" y="3698075"/>
                <a:ext cx="66749" cy="54775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757" extrusionOk="0">
                    <a:moveTo>
                      <a:pt x="0" y="0"/>
                    </a:moveTo>
                    <a:lnTo>
                      <a:pt x="0" y="2756"/>
                    </a:lnTo>
                    <a:lnTo>
                      <a:pt x="1635" y="2756"/>
                    </a:lnTo>
                    <a:lnTo>
                      <a:pt x="163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57" name="Google Shape;657;p40"/>
            <p:cNvGrpSpPr/>
            <p:nvPr/>
          </p:nvGrpSpPr>
          <p:grpSpPr>
            <a:xfrm>
              <a:off x="1840775" y="3698075"/>
              <a:ext cx="66749" cy="184126"/>
              <a:chOff x="1274300" y="3698075"/>
              <a:chExt cx="66749" cy="184126"/>
            </a:xfrm>
          </p:grpSpPr>
          <p:sp>
            <p:nvSpPr>
              <p:cNvPr id="658" name="Google Shape;658;p40"/>
              <p:cNvSpPr/>
              <p:nvPr/>
            </p:nvSpPr>
            <p:spPr>
              <a:xfrm>
                <a:off x="1274300" y="3698075"/>
                <a:ext cx="66749" cy="184126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757" extrusionOk="0">
                    <a:moveTo>
                      <a:pt x="0" y="0"/>
                    </a:moveTo>
                    <a:lnTo>
                      <a:pt x="0" y="2756"/>
                    </a:lnTo>
                    <a:lnTo>
                      <a:pt x="1635" y="2756"/>
                    </a:lnTo>
                    <a:lnTo>
                      <a:pt x="163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40"/>
              <p:cNvSpPr/>
              <p:nvPr/>
            </p:nvSpPr>
            <p:spPr>
              <a:xfrm>
                <a:off x="1274300" y="3698075"/>
                <a:ext cx="66749" cy="54775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757" extrusionOk="0">
                    <a:moveTo>
                      <a:pt x="0" y="0"/>
                    </a:moveTo>
                    <a:lnTo>
                      <a:pt x="0" y="2756"/>
                    </a:lnTo>
                    <a:lnTo>
                      <a:pt x="1635" y="2756"/>
                    </a:lnTo>
                    <a:lnTo>
                      <a:pt x="163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0" name="Google Shape;660;p40"/>
            <p:cNvGrpSpPr/>
            <p:nvPr/>
          </p:nvGrpSpPr>
          <p:grpSpPr>
            <a:xfrm>
              <a:off x="2081275" y="3698075"/>
              <a:ext cx="66749" cy="184126"/>
              <a:chOff x="1274300" y="3698075"/>
              <a:chExt cx="66749" cy="184126"/>
            </a:xfrm>
          </p:grpSpPr>
          <p:sp>
            <p:nvSpPr>
              <p:cNvPr id="661" name="Google Shape;661;p40"/>
              <p:cNvSpPr/>
              <p:nvPr/>
            </p:nvSpPr>
            <p:spPr>
              <a:xfrm>
                <a:off x="1274300" y="3698075"/>
                <a:ext cx="66749" cy="184126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757" extrusionOk="0">
                    <a:moveTo>
                      <a:pt x="0" y="0"/>
                    </a:moveTo>
                    <a:lnTo>
                      <a:pt x="0" y="2756"/>
                    </a:lnTo>
                    <a:lnTo>
                      <a:pt x="1635" y="2756"/>
                    </a:lnTo>
                    <a:lnTo>
                      <a:pt x="163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40"/>
              <p:cNvSpPr/>
              <p:nvPr/>
            </p:nvSpPr>
            <p:spPr>
              <a:xfrm>
                <a:off x="1274300" y="3698075"/>
                <a:ext cx="66749" cy="54775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757" extrusionOk="0">
                    <a:moveTo>
                      <a:pt x="0" y="0"/>
                    </a:moveTo>
                    <a:lnTo>
                      <a:pt x="0" y="2756"/>
                    </a:lnTo>
                    <a:lnTo>
                      <a:pt x="1635" y="2756"/>
                    </a:lnTo>
                    <a:lnTo>
                      <a:pt x="163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" name="Google Shape;667;p41">
            <a:extLst>
              <a:ext uri="{FF2B5EF4-FFF2-40B4-BE49-F238E27FC236}">
                <a16:creationId xmlns:a16="http://schemas.microsoft.com/office/drawing/2014/main" id="{8BBA64B3-AEF3-3604-917E-7D380BF21ECD}"/>
              </a:ext>
            </a:extLst>
          </p:cNvPr>
          <p:cNvSpPr txBox="1">
            <a:spLocks/>
          </p:cNvSpPr>
          <p:nvPr/>
        </p:nvSpPr>
        <p:spPr>
          <a:xfrm>
            <a:off x="2054111" y="574761"/>
            <a:ext cx="1734208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200"/>
              <a:buFont typeface="Abel"/>
              <a:buNone/>
              <a:defRPr sz="26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200"/>
              <a:buFont typeface="Abel"/>
              <a:buNone/>
              <a:defRPr sz="52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200"/>
              <a:buFont typeface="Abel"/>
              <a:buNone/>
              <a:defRPr sz="52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200"/>
              <a:buFont typeface="Abel"/>
              <a:buNone/>
              <a:defRPr sz="52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200"/>
              <a:buFont typeface="Abel"/>
              <a:buNone/>
              <a:defRPr sz="52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200"/>
              <a:buFont typeface="Abel"/>
              <a:buNone/>
              <a:defRPr sz="52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200"/>
              <a:buFont typeface="Abel"/>
              <a:buNone/>
              <a:defRPr sz="52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200"/>
              <a:buFont typeface="Abel"/>
              <a:buNone/>
              <a:defRPr sz="52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200"/>
              <a:buFont typeface="Abel"/>
              <a:buNone/>
              <a:defRPr sz="52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algn="l">
              <a:buClr>
                <a:schemeClr val="dk1"/>
              </a:buClr>
              <a:buSzPts val="1100"/>
              <a:buFont typeface="Arial"/>
              <a:buNone/>
            </a:pPr>
            <a:r>
              <a:rPr lang="es-ES" sz="3600" dirty="0"/>
              <a:t>— EL—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16843E1C-C832-D5AF-7EA3-1B3E3D8C60AB}"/>
              </a:ext>
            </a:extLst>
          </p:cNvPr>
          <p:cNvSpPr/>
          <p:nvPr/>
        </p:nvSpPr>
        <p:spPr>
          <a:xfrm>
            <a:off x="89646" y="2673438"/>
            <a:ext cx="467256" cy="5110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67" name="Google Shape;667;p41"/>
          <p:cNvSpPr txBox="1">
            <a:spLocks noGrp="1"/>
          </p:cNvSpPr>
          <p:nvPr>
            <p:ph type="title"/>
          </p:nvPr>
        </p:nvSpPr>
        <p:spPr>
          <a:xfrm>
            <a:off x="293860" y="527482"/>
            <a:ext cx="2917480" cy="4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— La Tragedia—</a:t>
            </a:r>
            <a:endParaRPr dirty="0"/>
          </a:p>
        </p:txBody>
      </p:sp>
      <p:sp>
        <p:nvSpPr>
          <p:cNvPr id="668" name="Google Shape;668;p41"/>
          <p:cNvSpPr txBox="1">
            <a:spLocks noGrp="1"/>
          </p:cNvSpPr>
          <p:nvPr>
            <p:ph type="body" idx="1"/>
          </p:nvPr>
        </p:nvSpPr>
        <p:spPr>
          <a:xfrm>
            <a:off x="89646" y="1391405"/>
            <a:ext cx="3639672" cy="77726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dirty="0"/>
              <a:t>El hundimiento del </a:t>
            </a:r>
            <a:r>
              <a:rPr lang="es-ES" dirty="0" err="1"/>
              <a:t>Titanic</a:t>
            </a:r>
            <a:r>
              <a:rPr lang="es-ES" dirty="0"/>
              <a:t> resultó en una tasa de mortalidad significativamente alta, con mas fallecidos que supervivientes.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s-E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5" name="Image 2" descr="preencoded.png">
            <a:extLst>
              <a:ext uri="{FF2B5EF4-FFF2-40B4-BE49-F238E27FC236}">
                <a16:creationId xmlns:a16="http://schemas.microsoft.com/office/drawing/2014/main" id="{F1D28493-45A6-C065-1FFD-6468A51D7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824" y="2742982"/>
            <a:ext cx="342900" cy="381000"/>
          </a:xfrm>
          <a:prstGeom prst="rect">
            <a:avLst/>
          </a:prstGeom>
        </p:spPr>
      </p:pic>
      <p:sp>
        <p:nvSpPr>
          <p:cNvPr id="6" name="Google Shape;668;p41">
            <a:extLst>
              <a:ext uri="{FF2B5EF4-FFF2-40B4-BE49-F238E27FC236}">
                <a16:creationId xmlns:a16="http://schemas.microsoft.com/office/drawing/2014/main" id="{4F3E37C9-E809-545A-6593-FFCF523B5E2C}"/>
              </a:ext>
            </a:extLst>
          </p:cNvPr>
          <p:cNvSpPr txBox="1">
            <a:spLocks/>
          </p:cNvSpPr>
          <p:nvPr/>
        </p:nvSpPr>
        <p:spPr>
          <a:xfrm>
            <a:off x="518537" y="2742982"/>
            <a:ext cx="3405497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7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445A"/>
              </a:buClr>
              <a:buSzPts val="2500"/>
              <a:buFont typeface="Poppins"/>
              <a:buAutoNum type="arabicPeriod"/>
              <a:defRPr sz="11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445A"/>
              </a:buClr>
              <a:buSzPts val="1400"/>
              <a:buFont typeface="Didact Gothic"/>
              <a:buAutoNum type="alphaLcPeriod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445A"/>
              </a:buClr>
              <a:buSzPts val="1400"/>
              <a:buFont typeface="Didact Gothic"/>
              <a:buAutoNum type="romanLcPeriod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445A"/>
              </a:buClr>
              <a:buSzPts val="1400"/>
              <a:buFont typeface="Didact Gothic"/>
              <a:buAutoNum type="arabicPeriod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445A"/>
              </a:buClr>
              <a:buSzPts val="1400"/>
              <a:buFont typeface="Didact Gothic"/>
              <a:buAutoNum type="alphaLcPeriod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445A"/>
              </a:buClr>
              <a:buSzPts val="1400"/>
              <a:buFont typeface="Didact Gothic"/>
              <a:buAutoNum type="romanLcPeriod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445A"/>
              </a:buClr>
              <a:buSzPts val="1400"/>
              <a:buFont typeface="Didact Gothic"/>
              <a:buAutoNum type="arabicPeriod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445A"/>
              </a:buClr>
              <a:buSzPts val="1400"/>
              <a:buFont typeface="Didact Gothic"/>
              <a:buAutoNum type="alphaLcPeriod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445A"/>
              </a:buClr>
              <a:buSzPts val="1400"/>
              <a:buFont typeface="Didact Gothic"/>
              <a:buAutoNum type="romanLcPeriod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s-ES" dirty="0"/>
              <a:t>Mas de la mitad no sobrevivió al desastre.</a:t>
            </a: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endParaRPr lang="es-ES" dirty="0"/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endParaRPr lang="es-ES" dirty="0"/>
          </a:p>
          <a:p>
            <a:pPr marL="0" indent="0">
              <a:spcAft>
                <a:spcPts val="1200"/>
              </a:spcAft>
              <a:buFont typeface="Poppins"/>
              <a:buNone/>
            </a:pPr>
            <a:endParaRPr lang="es-ES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43ACA878-B91F-C5AD-397D-95E7B46D32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575" y="753460"/>
            <a:ext cx="5181600" cy="3771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42"/>
          <p:cNvSpPr/>
          <p:nvPr/>
        </p:nvSpPr>
        <p:spPr>
          <a:xfrm flipH="1">
            <a:off x="418864" y="1336420"/>
            <a:ext cx="687800" cy="78650"/>
          </a:xfrm>
          <a:custGeom>
            <a:avLst/>
            <a:gdLst/>
            <a:ahLst/>
            <a:cxnLst/>
            <a:rect l="l" t="t" r="r" b="b"/>
            <a:pathLst>
              <a:path w="27512" h="1277" extrusionOk="0">
                <a:moveTo>
                  <a:pt x="17675" y="1"/>
                </a:moveTo>
                <a:cubicBezTo>
                  <a:pt x="17336" y="1"/>
                  <a:pt x="17018" y="52"/>
                  <a:pt x="16732" y="179"/>
                </a:cubicBezTo>
                <a:cubicBezTo>
                  <a:pt x="15906" y="528"/>
                  <a:pt x="13395" y="697"/>
                  <a:pt x="11870" y="697"/>
                </a:cubicBezTo>
                <a:cubicBezTo>
                  <a:pt x="11368" y="697"/>
                  <a:pt x="10974" y="679"/>
                  <a:pt x="10781" y="643"/>
                </a:cubicBezTo>
                <a:cubicBezTo>
                  <a:pt x="10159" y="572"/>
                  <a:pt x="9532" y="536"/>
                  <a:pt x="8908" y="536"/>
                </a:cubicBezTo>
                <a:cubicBezTo>
                  <a:pt x="8233" y="536"/>
                  <a:pt x="7561" y="578"/>
                  <a:pt x="6903" y="667"/>
                </a:cubicBezTo>
                <a:cubicBezTo>
                  <a:pt x="6714" y="696"/>
                  <a:pt x="6496" y="707"/>
                  <a:pt x="6259" y="707"/>
                </a:cubicBezTo>
                <a:cubicBezTo>
                  <a:pt x="5567" y="707"/>
                  <a:pt x="4713" y="615"/>
                  <a:pt x="3960" y="615"/>
                </a:cubicBezTo>
                <a:cubicBezTo>
                  <a:pt x="3669" y="615"/>
                  <a:pt x="3392" y="629"/>
                  <a:pt x="3147" y="667"/>
                </a:cubicBezTo>
                <a:cubicBezTo>
                  <a:pt x="2049" y="813"/>
                  <a:pt x="0" y="1277"/>
                  <a:pt x="0" y="1277"/>
                </a:cubicBezTo>
                <a:lnTo>
                  <a:pt x="27512" y="1277"/>
                </a:lnTo>
                <a:cubicBezTo>
                  <a:pt x="27512" y="1277"/>
                  <a:pt x="22195" y="960"/>
                  <a:pt x="20780" y="643"/>
                </a:cubicBezTo>
                <a:cubicBezTo>
                  <a:pt x="19753" y="408"/>
                  <a:pt x="18633" y="1"/>
                  <a:pt x="1767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7" name="Google Shape;677;p42"/>
          <p:cNvSpPr txBox="1">
            <a:spLocks noGrp="1"/>
          </p:cNvSpPr>
          <p:nvPr>
            <p:ph type="title" idx="15"/>
          </p:nvPr>
        </p:nvSpPr>
        <p:spPr>
          <a:xfrm>
            <a:off x="713222" y="465698"/>
            <a:ext cx="7552234" cy="4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— Mujeres y Niños primero:¿Realidad o Mito?—</a:t>
            </a:r>
            <a:endParaRPr dirty="0"/>
          </a:p>
        </p:txBody>
      </p:sp>
      <p:sp>
        <p:nvSpPr>
          <p:cNvPr id="679" name="Google Shape;679;p42"/>
          <p:cNvSpPr txBox="1">
            <a:spLocks noGrp="1"/>
          </p:cNvSpPr>
          <p:nvPr>
            <p:ph type="title"/>
          </p:nvPr>
        </p:nvSpPr>
        <p:spPr>
          <a:xfrm>
            <a:off x="536022" y="1134270"/>
            <a:ext cx="521100" cy="28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1. </a:t>
            </a:r>
            <a:endParaRPr dirty="0"/>
          </a:p>
        </p:txBody>
      </p:sp>
      <p:sp>
        <p:nvSpPr>
          <p:cNvPr id="680" name="Google Shape;680;p42"/>
          <p:cNvSpPr txBox="1">
            <a:spLocks noGrp="1"/>
          </p:cNvSpPr>
          <p:nvPr>
            <p:ph type="title" idx="2"/>
          </p:nvPr>
        </p:nvSpPr>
        <p:spPr>
          <a:xfrm>
            <a:off x="1117675" y="1082336"/>
            <a:ext cx="5893550" cy="4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Los datos confirman que se aplico parcialmente</a:t>
            </a:r>
            <a:endParaRPr dirty="0"/>
          </a:p>
        </p:txBody>
      </p:sp>
      <p:sp>
        <p:nvSpPr>
          <p:cNvPr id="690" name="Google Shape;690;p42"/>
          <p:cNvSpPr/>
          <p:nvPr/>
        </p:nvSpPr>
        <p:spPr>
          <a:xfrm>
            <a:off x="-2" y="271525"/>
            <a:ext cx="1995783" cy="175083"/>
          </a:xfrm>
          <a:custGeom>
            <a:avLst/>
            <a:gdLst/>
            <a:ahLst/>
            <a:cxnLst/>
            <a:rect l="l" t="t" r="r" b="b"/>
            <a:pathLst>
              <a:path w="45049" h="3952" extrusionOk="0">
                <a:moveTo>
                  <a:pt x="0" y="1"/>
                </a:moveTo>
                <a:lnTo>
                  <a:pt x="0" y="3952"/>
                </a:lnTo>
                <a:cubicBezTo>
                  <a:pt x="1610" y="3513"/>
                  <a:pt x="3220" y="3196"/>
                  <a:pt x="4854" y="3025"/>
                </a:cubicBezTo>
                <a:cubicBezTo>
                  <a:pt x="6659" y="2830"/>
                  <a:pt x="8482" y="2787"/>
                  <a:pt x="10308" y="2787"/>
                </a:cubicBezTo>
                <a:cubicBezTo>
                  <a:pt x="11728" y="2787"/>
                  <a:pt x="13151" y="2813"/>
                  <a:pt x="14567" y="2813"/>
                </a:cubicBezTo>
                <a:cubicBezTo>
                  <a:pt x="14972" y="2813"/>
                  <a:pt x="15377" y="2811"/>
                  <a:pt x="15780" y="2806"/>
                </a:cubicBezTo>
                <a:cubicBezTo>
                  <a:pt x="25609" y="2659"/>
                  <a:pt x="35268" y="586"/>
                  <a:pt x="45048" y="50"/>
                </a:cubicBezTo>
                <a:lnTo>
                  <a:pt x="45048" y="50"/>
                </a:lnTo>
                <a:cubicBezTo>
                  <a:pt x="41999" y="123"/>
                  <a:pt x="38926" y="172"/>
                  <a:pt x="35853" y="245"/>
                </a:cubicBezTo>
                <a:cubicBezTo>
                  <a:pt x="28195" y="391"/>
                  <a:pt x="20561" y="513"/>
                  <a:pt x="12902" y="635"/>
                </a:cubicBezTo>
                <a:cubicBezTo>
                  <a:pt x="11554" y="654"/>
                  <a:pt x="10201" y="673"/>
                  <a:pt x="8849" y="673"/>
                </a:cubicBezTo>
                <a:cubicBezTo>
                  <a:pt x="6754" y="673"/>
                  <a:pt x="4661" y="627"/>
                  <a:pt x="2586" y="464"/>
                </a:cubicBezTo>
                <a:cubicBezTo>
                  <a:pt x="1708" y="391"/>
                  <a:pt x="854" y="245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42"/>
          <p:cNvSpPr/>
          <p:nvPr/>
        </p:nvSpPr>
        <p:spPr>
          <a:xfrm flipH="1">
            <a:off x="6138983" y="4222101"/>
            <a:ext cx="3005017" cy="921390"/>
          </a:xfrm>
          <a:custGeom>
            <a:avLst/>
            <a:gdLst/>
            <a:ahLst/>
            <a:cxnLst/>
            <a:rect l="l" t="t" r="r" b="b"/>
            <a:pathLst>
              <a:path w="52439" h="16078" extrusionOk="0">
                <a:moveTo>
                  <a:pt x="9459" y="1"/>
                </a:moveTo>
                <a:cubicBezTo>
                  <a:pt x="6308" y="1"/>
                  <a:pt x="3158" y="68"/>
                  <a:pt x="0" y="200"/>
                </a:cubicBezTo>
                <a:lnTo>
                  <a:pt x="0" y="16078"/>
                </a:lnTo>
                <a:lnTo>
                  <a:pt x="2342" y="15736"/>
                </a:lnTo>
                <a:cubicBezTo>
                  <a:pt x="2951" y="15639"/>
                  <a:pt x="3634" y="15517"/>
                  <a:pt x="4000" y="15127"/>
                </a:cubicBezTo>
                <a:cubicBezTo>
                  <a:pt x="4439" y="14639"/>
                  <a:pt x="4244" y="13956"/>
                  <a:pt x="4537" y="13419"/>
                </a:cubicBezTo>
                <a:cubicBezTo>
                  <a:pt x="4961" y="12624"/>
                  <a:pt x="6114" y="12431"/>
                  <a:pt x="7292" y="12431"/>
                </a:cubicBezTo>
                <a:cubicBezTo>
                  <a:pt x="7741" y="12431"/>
                  <a:pt x="8193" y="12459"/>
                  <a:pt x="8610" y="12492"/>
                </a:cubicBezTo>
                <a:cubicBezTo>
                  <a:pt x="9150" y="12528"/>
                  <a:pt x="9691" y="12546"/>
                  <a:pt x="10231" y="12546"/>
                </a:cubicBezTo>
                <a:cubicBezTo>
                  <a:pt x="13350" y="12546"/>
                  <a:pt x="16452" y="11949"/>
                  <a:pt x="19341" y="10785"/>
                </a:cubicBezTo>
                <a:cubicBezTo>
                  <a:pt x="14219" y="10566"/>
                  <a:pt x="9146" y="9956"/>
                  <a:pt x="4122" y="8956"/>
                </a:cubicBezTo>
                <a:lnTo>
                  <a:pt x="6024" y="8249"/>
                </a:lnTo>
                <a:cubicBezTo>
                  <a:pt x="6024" y="7005"/>
                  <a:pt x="7293" y="5932"/>
                  <a:pt x="8781" y="5493"/>
                </a:cubicBezTo>
                <a:cubicBezTo>
                  <a:pt x="10127" y="5073"/>
                  <a:pt x="11612" y="5053"/>
                  <a:pt x="13057" y="5053"/>
                </a:cubicBezTo>
                <a:cubicBezTo>
                  <a:pt x="13210" y="5053"/>
                  <a:pt x="13361" y="5054"/>
                  <a:pt x="13512" y="5054"/>
                </a:cubicBezTo>
                <a:cubicBezTo>
                  <a:pt x="13989" y="5056"/>
                  <a:pt x="14465" y="5058"/>
                  <a:pt x="14942" y="5058"/>
                </a:cubicBezTo>
                <a:cubicBezTo>
                  <a:pt x="27489" y="5058"/>
                  <a:pt x="40032" y="4129"/>
                  <a:pt x="52438" y="2273"/>
                </a:cubicBezTo>
                <a:lnTo>
                  <a:pt x="52438" y="2273"/>
                </a:lnTo>
                <a:lnTo>
                  <a:pt x="33878" y="2395"/>
                </a:lnTo>
                <a:lnTo>
                  <a:pt x="27122" y="2444"/>
                </a:lnTo>
                <a:cubicBezTo>
                  <a:pt x="24756" y="2468"/>
                  <a:pt x="22366" y="2468"/>
                  <a:pt x="19975" y="2468"/>
                </a:cubicBezTo>
                <a:cubicBezTo>
                  <a:pt x="14171" y="2468"/>
                  <a:pt x="8342" y="2371"/>
                  <a:pt x="2537" y="2200"/>
                </a:cubicBezTo>
                <a:cubicBezTo>
                  <a:pt x="7333" y="857"/>
                  <a:pt x="12295" y="151"/>
                  <a:pt x="17283" y="151"/>
                </a:cubicBezTo>
                <a:cubicBezTo>
                  <a:pt x="17367" y="151"/>
                  <a:pt x="17452" y="151"/>
                  <a:pt x="17536" y="151"/>
                </a:cubicBezTo>
                <a:cubicBezTo>
                  <a:pt x="14840" y="50"/>
                  <a:pt x="12149" y="1"/>
                  <a:pt x="945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2" name="Google Shape;692;p42"/>
          <p:cNvGrpSpPr/>
          <p:nvPr/>
        </p:nvGrpSpPr>
        <p:grpSpPr>
          <a:xfrm>
            <a:off x="6876900" y="711475"/>
            <a:ext cx="4031600" cy="4461600"/>
            <a:chOff x="7102550" y="711475"/>
            <a:chExt cx="4031600" cy="4461600"/>
          </a:xfrm>
        </p:grpSpPr>
        <p:sp>
          <p:nvSpPr>
            <p:cNvPr id="693" name="Google Shape;693;p42"/>
            <p:cNvSpPr/>
            <p:nvPr/>
          </p:nvSpPr>
          <p:spPr>
            <a:xfrm>
              <a:off x="9055150" y="711475"/>
              <a:ext cx="103200" cy="410125"/>
            </a:xfrm>
            <a:custGeom>
              <a:avLst/>
              <a:gdLst/>
              <a:ahLst/>
              <a:cxnLst/>
              <a:rect l="l" t="t" r="r" b="b"/>
              <a:pathLst>
                <a:path w="4128" h="16405" extrusionOk="0">
                  <a:moveTo>
                    <a:pt x="2064" y="0"/>
                  </a:moveTo>
                  <a:cubicBezTo>
                    <a:pt x="929" y="0"/>
                    <a:pt x="0" y="929"/>
                    <a:pt x="0" y="2064"/>
                  </a:cubicBezTo>
                  <a:lnTo>
                    <a:pt x="0" y="14445"/>
                  </a:lnTo>
                  <a:cubicBezTo>
                    <a:pt x="0" y="15476"/>
                    <a:pt x="929" y="16405"/>
                    <a:pt x="2064" y="16405"/>
                  </a:cubicBezTo>
                  <a:cubicBezTo>
                    <a:pt x="3198" y="16405"/>
                    <a:pt x="4127" y="15476"/>
                    <a:pt x="4127" y="14445"/>
                  </a:cubicBezTo>
                  <a:lnTo>
                    <a:pt x="4127" y="2064"/>
                  </a:lnTo>
                  <a:cubicBezTo>
                    <a:pt x="4127" y="929"/>
                    <a:pt x="3198" y="0"/>
                    <a:pt x="20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42"/>
            <p:cNvSpPr/>
            <p:nvPr/>
          </p:nvSpPr>
          <p:spPr>
            <a:xfrm>
              <a:off x="8172975" y="1033450"/>
              <a:ext cx="1973275" cy="265700"/>
            </a:xfrm>
            <a:custGeom>
              <a:avLst/>
              <a:gdLst/>
              <a:ahLst/>
              <a:cxnLst/>
              <a:rect l="l" t="t" r="r" b="b"/>
              <a:pathLst>
                <a:path w="78931" h="10628" extrusionOk="0">
                  <a:moveTo>
                    <a:pt x="9390" y="0"/>
                  </a:moveTo>
                  <a:cubicBezTo>
                    <a:pt x="5676" y="2477"/>
                    <a:pt x="2477" y="5675"/>
                    <a:pt x="1" y="9493"/>
                  </a:cubicBezTo>
                  <a:lnTo>
                    <a:pt x="10628" y="9596"/>
                  </a:lnTo>
                  <a:lnTo>
                    <a:pt x="10628" y="10628"/>
                  </a:lnTo>
                  <a:lnTo>
                    <a:pt x="39414" y="10112"/>
                  </a:lnTo>
                  <a:lnTo>
                    <a:pt x="68200" y="10628"/>
                  </a:lnTo>
                  <a:lnTo>
                    <a:pt x="68200" y="9596"/>
                  </a:lnTo>
                  <a:lnTo>
                    <a:pt x="78930" y="9493"/>
                  </a:lnTo>
                  <a:cubicBezTo>
                    <a:pt x="76454" y="5675"/>
                    <a:pt x="73152" y="2477"/>
                    <a:pt x="694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42"/>
            <p:cNvSpPr/>
            <p:nvPr/>
          </p:nvSpPr>
          <p:spPr>
            <a:xfrm>
              <a:off x="7437850" y="1241076"/>
              <a:ext cx="1808175" cy="808320"/>
            </a:xfrm>
            <a:custGeom>
              <a:avLst/>
              <a:gdLst/>
              <a:ahLst/>
              <a:cxnLst/>
              <a:rect l="l" t="t" r="r" b="b"/>
              <a:pathLst>
                <a:path w="72327" h="25485" extrusionOk="0">
                  <a:moveTo>
                    <a:pt x="11453" y="0"/>
                  </a:moveTo>
                  <a:lnTo>
                    <a:pt x="1" y="23008"/>
                  </a:lnTo>
                  <a:lnTo>
                    <a:pt x="72327" y="25485"/>
                  </a:lnTo>
                  <a:lnTo>
                    <a:pt x="72327" y="18159"/>
                  </a:lnTo>
                  <a:lnTo>
                    <a:pt x="72327" y="13207"/>
                  </a:lnTo>
                  <a:lnTo>
                    <a:pt x="7232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42"/>
            <p:cNvSpPr/>
            <p:nvPr/>
          </p:nvSpPr>
          <p:spPr>
            <a:xfrm>
              <a:off x="9039650" y="1241076"/>
              <a:ext cx="1810775" cy="808320"/>
            </a:xfrm>
            <a:custGeom>
              <a:avLst/>
              <a:gdLst/>
              <a:ahLst/>
              <a:cxnLst/>
              <a:rect l="l" t="t" r="r" b="b"/>
              <a:pathLst>
                <a:path w="72431" h="25485" extrusionOk="0">
                  <a:moveTo>
                    <a:pt x="3303" y="0"/>
                  </a:moveTo>
                  <a:lnTo>
                    <a:pt x="3303" y="13207"/>
                  </a:lnTo>
                  <a:lnTo>
                    <a:pt x="3303" y="21151"/>
                  </a:lnTo>
                  <a:lnTo>
                    <a:pt x="1" y="25485"/>
                  </a:lnTo>
                  <a:lnTo>
                    <a:pt x="72430" y="23008"/>
                  </a:lnTo>
                  <a:lnTo>
                    <a:pt x="6087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42"/>
            <p:cNvSpPr/>
            <p:nvPr/>
          </p:nvSpPr>
          <p:spPr>
            <a:xfrm>
              <a:off x="7894400" y="1668963"/>
              <a:ext cx="2530425" cy="214125"/>
            </a:xfrm>
            <a:custGeom>
              <a:avLst/>
              <a:gdLst/>
              <a:ahLst/>
              <a:cxnLst/>
              <a:rect l="l" t="t" r="r" b="b"/>
              <a:pathLst>
                <a:path w="101217" h="8565" extrusionOk="0">
                  <a:moveTo>
                    <a:pt x="1" y="1"/>
                  </a:moveTo>
                  <a:lnTo>
                    <a:pt x="1" y="8564"/>
                  </a:lnTo>
                  <a:lnTo>
                    <a:pt x="101216" y="8564"/>
                  </a:lnTo>
                  <a:lnTo>
                    <a:pt x="1012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42"/>
            <p:cNvSpPr/>
            <p:nvPr/>
          </p:nvSpPr>
          <p:spPr>
            <a:xfrm>
              <a:off x="7894400" y="1461375"/>
              <a:ext cx="2530425" cy="154775"/>
            </a:xfrm>
            <a:custGeom>
              <a:avLst/>
              <a:gdLst/>
              <a:ahLst/>
              <a:cxnLst/>
              <a:rect l="l" t="t" r="r" b="b"/>
              <a:pathLst>
                <a:path w="101217" h="6191" extrusionOk="0">
                  <a:moveTo>
                    <a:pt x="1" y="0"/>
                  </a:moveTo>
                  <a:lnTo>
                    <a:pt x="1" y="6191"/>
                  </a:lnTo>
                  <a:lnTo>
                    <a:pt x="101216" y="6191"/>
                  </a:lnTo>
                  <a:lnTo>
                    <a:pt x="1012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42"/>
            <p:cNvSpPr/>
            <p:nvPr/>
          </p:nvSpPr>
          <p:spPr>
            <a:xfrm>
              <a:off x="7363050" y="1935900"/>
              <a:ext cx="3562175" cy="582975"/>
            </a:xfrm>
            <a:custGeom>
              <a:avLst/>
              <a:gdLst/>
              <a:ahLst/>
              <a:cxnLst/>
              <a:rect l="l" t="t" r="r" b="b"/>
              <a:pathLst>
                <a:path w="142487" h="23319" extrusionOk="0">
                  <a:moveTo>
                    <a:pt x="1" y="1"/>
                  </a:moveTo>
                  <a:lnTo>
                    <a:pt x="1" y="23319"/>
                  </a:lnTo>
                  <a:lnTo>
                    <a:pt x="142486" y="23319"/>
                  </a:lnTo>
                  <a:lnTo>
                    <a:pt x="1424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42"/>
            <p:cNvSpPr/>
            <p:nvPr/>
          </p:nvSpPr>
          <p:spPr>
            <a:xfrm>
              <a:off x="7102550" y="1389075"/>
              <a:ext cx="2014525" cy="3784000"/>
            </a:xfrm>
            <a:custGeom>
              <a:avLst/>
              <a:gdLst/>
              <a:ahLst/>
              <a:cxnLst/>
              <a:rect l="l" t="t" r="r" b="b"/>
              <a:pathLst>
                <a:path w="80581" h="151360" extrusionOk="0">
                  <a:moveTo>
                    <a:pt x="80580" y="1"/>
                  </a:moveTo>
                  <a:cubicBezTo>
                    <a:pt x="41167" y="9080"/>
                    <a:pt x="0" y="50144"/>
                    <a:pt x="0" y="50144"/>
                  </a:cubicBezTo>
                  <a:cubicBezTo>
                    <a:pt x="15683" y="80581"/>
                    <a:pt x="34564" y="150534"/>
                    <a:pt x="34564" y="150534"/>
                  </a:cubicBezTo>
                  <a:lnTo>
                    <a:pt x="36215" y="151360"/>
                  </a:lnTo>
                  <a:lnTo>
                    <a:pt x="80580" y="151360"/>
                  </a:lnTo>
                  <a:lnTo>
                    <a:pt x="80580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42"/>
            <p:cNvSpPr/>
            <p:nvPr/>
          </p:nvSpPr>
          <p:spPr>
            <a:xfrm>
              <a:off x="9117050" y="1389075"/>
              <a:ext cx="2017100" cy="3784000"/>
            </a:xfrm>
            <a:custGeom>
              <a:avLst/>
              <a:gdLst/>
              <a:ahLst/>
              <a:cxnLst/>
              <a:rect l="l" t="t" r="r" b="b"/>
              <a:pathLst>
                <a:path w="80684" h="151360" extrusionOk="0">
                  <a:moveTo>
                    <a:pt x="0" y="1"/>
                  </a:moveTo>
                  <a:lnTo>
                    <a:pt x="0" y="151360"/>
                  </a:lnTo>
                  <a:lnTo>
                    <a:pt x="44469" y="151360"/>
                  </a:lnTo>
                  <a:lnTo>
                    <a:pt x="46120" y="150534"/>
                  </a:lnTo>
                  <a:cubicBezTo>
                    <a:pt x="46120" y="150534"/>
                    <a:pt x="65001" y="80581"/>
                    <a:pt x="80684" y="50144"/>
                  </a:cubicBezTo>
                  <a:cubicBezTo>
                    <a:pt x="80684" y="50144"/>
                    <a:pt x="39517" y="9080"/>
                    <a:pt x="0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42"/>
            <p:cNvSpPr/>
            <p:nvPr/>
          </p:nvSpPr>
          <p:spPr>
            <a:xfrm>
              <a:off x="9126963" y="1941075"/>
              <a:ext cx="1836550" cy="1238125"/>
            </a:xfrm>
            <a:custGeom>
              <a:avLst/>
              <a:gdLst/>
              <a:ahLst/>
              <a:cxnLst/>
              <a:rect l="l" t="t" r="r" b="b"/>
              <a:pathLst>
                <a:path w="73462" h="49525" extrusionOk="0">
                  <a:moveTo>
                    <a:pt x="1" y="0"/>
                  </a:moveTo>
                  <a:lnTo>
                    <a:pt x="1" y="4643"/>
                  </a:lnTo>
                  <a:cubicBezTo>
                    <a:pt x="1" y="4643"/>
                    <a:pt x="43437" y="14548"/>
                    <a:pt x="71811" y="49525"/>
                  </a:cubicBezTo>
                  <a:lnTo>
                    <a:pt x="73462" y="44572"/>
                  </a:lnTo>
                  <a:cubicBezTo>
                    <a:pt x="73462" y="44572"/>
                    <a:pt x="38898" y="681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42"/>
            <p:cNvSpPr/>
            <p:nvPr/>
          </p:nvSpPr>
          <p:spPr>
            <a:xfrm>
              <a:off x="7288250" y="1940480"/>
              <a:ext cx="1833975" cy="1238125"/>
            </a:xfrm>
            <a:custGeom>
              <a:avLst/>
              <a:gdLst/>
              <a:ahLst/>
              <a:cxnLst/>
              <a:rect l="l" t="t" r="r" b="b"/>
              <a:pathLst>
                <a:path w="73359" h="49525" extrusionOk="0">
                  <a:moveTo>
                    <a:pt x="73359" y="0"/>
                  </a:moveTo>
                  <a:cubicBezTo>
                    <a:pt x="34565" y="6810"/>
                    <a:pt x="1" y="44572"/>
                    <a:pt x="1" y="44572"/>
                  </a:cubicBezTo>
                  <a:lnTo>
                    <a:pt x="1651" y="49525"/>
                  </a:lnTo>
                  <a:cubicBezTo>
                    <a:pt x="30025" y="14548"/>
                    <a:pt x="73359" y="4643"/>
                    <a:pt x="73359" y="4643"/>
                  </a:cubicBezTo>
                  <a:lnTo>
                    <a:pt x="73359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" name="Google Shape;678;p42">
            <a:extLst>
              <a:ext uri="{FF2B5EF4-FFF2-40B4-BE49-F238E27FC236}">
                <a16:creationId xmlns:a16="http://schemas.microsoft.com/office/drawing/2014/main" id="{1E51E892-3781-BEC0-8515-D759A015A433}"/>
              </a:ext>
            </a:extLst>
          </p:cNvPr>
          <p:cNvSpPr txBox="1">
            <a:spLocks/>
          </p:cNvSpPr>
          <p:nvPr/>
        </p:nvSpPr>
        <p:spPr>
          <a:xfrm>
            <a:off x="155094" y="1654942"/>
            <a:ext cx="4065520" cy="320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Poppins"/>
              <a:buNone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lnSpc>
                <a:spcPts val="1800"/>
              </a:lnSpc>
            </a:pPr>
            <a:r>
              <a:rPr lang="en-US" sz="1200" dirty="0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Las </a:t>
            </a:r>
            <a:r>
              <a:rPr lang="en-US" sz="1200" dirty="0" err="1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mujeres</a:t>
            </a:r>
            <a:r>
              <a:rPr lang="en-US" sz="1200" dirty="0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tuvieron</a:t>
            </a:r>
            <a:r>
              <a:rPr lang="en-US" sz="1200" dirty="0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una</a:t>
            </a:r>
            <a:r>
              <a:rPr lang="en-US" sz="1200" dirty="0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tasa</a:t>
            </a:r>
            <a:r>
              <a:rPr lang="en-US" sz="1200" dirty="0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de </a:t>
            </a:r>
            <a:r>
              <a:rPr lang="en-US" sz="1200" dirty="0" err="1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supervivencia</a:t>
            </a:r>
            <a:r>
              <a:rPr lang="en-US" sz="1200" dirty="0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del 74%, </a:t>
            </a:r>
            <a:r>
              <a:rPr lang="en-US" sz="1200" dirty="0" err="1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significantemente</a:t>
            </a:r>
            <a:r>
              <a:rPr lang="en-US" sz="1200" dirty="0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mas </a:t>
            </a:r>
            <a:r>
              <a:rPr lang="en-US" sz="1200" dirty="0" err="1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alta</a:t>
            </a:r>
            <a:r>
              <a:rPr lang="en-US" sz="1200" dirty="0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que</a:t>
            </a:r>
            <a:r>
              <a:rPr lang="en-US" sz="1200" dirty="0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los</a:t>
            </a:r>
            <a:r>
              <a:rPr lang="en-US" sz="1200" dirty="0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hombres.</a:t>
            </a:r>
          </a:p>
          <a:p>
            <a:pPr marL="0" indent="0">
              <a:lnSpc>
                <a:spcPts val="1800"/>
              </a:lnSpc>
            </a:pPr>
            <a:endParaRPr lang="en-US" sz="1200" dirty="0">
              <a:solidFill>
                <a:srgbClr val="000000"/>
              </a:solidFill>
              <a:latin typeface="Poppins" panose="020B0604020202020204" charset="0"/>
              <a:ea typeface="Arial" pitchFamily="34" charset="-122"/>
              <a:cs typeface="Poppins" panose="020B0604020202020204" charset="0"/>
            </a:endParaRPr>
          </a:p>
          <a:p>
            <a:pPr marL="0" indent="0">
              <a:lnSpc>
                <a:spcPts val="1800"/>
              </a:lnSpc>
            </a:pPr>
            <a:r>
              <a:rPr lang="en-US" sz="1200" dirty="0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Los </a:t>
            </a:r>
            <a:r>
              <a:rPr lang="en-US" sz="1200" dirty="0" err="1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niños</a:t>
            </a:r>
            <a:r>
              <a:rPr lang="en-US" sz="1200" dirty="0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tuvieron</a:t>
            </a:r>
            <a:r>
              <a:rPr lang="en-US" sz="1200" dirty="0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una</a:t>
            </a:r>
            <a:r>
              <a:rPr lang="en-US" sz="1200" dirty="0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tasa</a:t>
            </a:r>
            <a:r>
              <a:rPr lang="en-US" sz="1200" dirty="0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de </a:t>
            </a:r>
            <a:r>
              <a:rPr lang="en-US" sz="1200" dirty="0" err="1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supervivencia</a:t>
            </a:r>
            <a:r>
              <a:rPr lang="en-US" sz="1200" dirty="0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del 53%, lo </a:t>
            </a:r>
            <a:r>
              <a:rPr lang="en-US" sz="1200" dirty="0" err="1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que</a:t>
            </a:r>
            <a:r>
              <a:rPr lang="en-US" sz="1200" dirty="0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confirma</a:t>
            </a:r>
            <a:r>
              <a:rPr lang="en-US" sz="1200" dirty="0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la </a:t>
            </a:r>
            <a:r>
              <a:rPr lang="en-US" sz="1200" dirty="0" err="1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prioridad</a:t>
            </a:r>
            <a:r>
              <a:rPr lang="en-US" sz="1200" dirty="0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dada a </a:t>
            </a:r>
            <a:r>
              <a:rPr lang="en-US" sz="1200" dirty="0" err="1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los</a:t>
            </a:r>
            <a:r>
              <a:rPr lang="en-US" sz="1200" dirty="0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menores</a:t>
            </a:r>
            <a:r>
              <a:rPr lang="en-US" sz="1200" dirty="0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.</a:t>
            </a:r>
            <a:endParaRPr lang="en-US" sz="1200" dirty="0">
              <a:latin typeface="Poppins" panose="020B0604020202020204" charset="0"/>
              <a:cs typeface="Poppins" panose="020B0604020202020204" charset="0"/>
            </a:endParaRPr>
          </a:p>
          <a:p>
            <a:pPr marL="0" indent="0">
              <a:lnSpc>
                <a:spcPts val="1800"/>
              </a:lnSpc>
            </a:pPr>
            <a:endParaRPr lang="en-US" sz="1200" dirty="0">
              <a:latin typeface="Poppins" panose="020B0604020202020204" charset="0"/>
              <a:cs typeface="Poppins" panose="020B0604020202020204" charset="0"/>
            </a:endParaRPr>
          </a:p>
          <a:p>
            <a:pPr marL="0" indent="0">
              <a:lnSpc>
                <a:spcPts val="1800"/>
              </a:lnSpc>
            </a:pPr>
            <a:r>
              <a:rPr lang="en-US" sz="1200" dirty="0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Sin embargo, la </a:t>
            </a:r>
            <a:r>
              <a:rPr lang="en-US" sz="1200" dirty="0" err="1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clase</a:t>
            </a:r>
            <a:r>
              <a:rPr lang="en-US" sz="1200" dirty="0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social y </a:t>
            </a:r>
            <a:r>
              <a:rPr lang="en-US" sz="1200" dirty="0" err="1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el</a:t>
            </a:r>
            <a:r>
              <a:rPr lang="en-US" sz="1200" dirty="0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puerto</a:t>
            </a:r>
            <a:r>
              <a:rPr lang="en-US" sz="1200" dirty="0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de </a:t>
            </a:r>
            <a:r>
              <a:rPr lang="en-US" sz="1200" dirty="0" err="1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embarque</a:t>
            </a:r>
            <a:r>
              <a:rPr lang="en-US" sz="1200" dirty="0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también </a:t>
            </a:r>
            <a:r>
              <a:rPr lang="en-US" sz="1200" dirty="0" err="1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influyeron</a:t>
            </a:r>
            <a:r>
              <a:rPr lang="en-US" sz="1200" dirty="0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significativamente</a:t>
            </a:r>
            <a:r>
              <a:rPr lang="en-US" sz="1200" dirty="0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en</a:t>
            </a:r>
            <a:r>
              <a:rPr lang="en-US" sz="1200" dirty="0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la </a:t>
            </a:r>
            <a:r>
              <a:rPr lang="en-US" sz="1200" dirty="0" err="1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supervivencia</a:t>
            </a:r>
            <a:r>
              <a:rPr lang="en-US" sz="1200" dirty="0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.</a:t>
            </a:r>
            <a:endParaRPr lang="en-US" sz="1200" dirty="0">
              <a:latin typeface="Poppins" panose="020B0604020202020204" charset="0"/>
              <a:cs typeface="Poppins" panose="020B0604020202020204" charset="0"/>
            </a:endParaRPr>
          </a:p>
          <a:p>
            <a:pPr marL="0" indent="0">
              <a:lnSpc>
                <a:spcPts val="1800"/>
              </a:lnSpc>
            </a:pPr>
            <a:endParaRPr lang="en-U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5876D83-1BD9-5C5A-3A45-9E97171F7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0041" y="1687915"/>
            <a:ext cx="4065519" cy="29813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: esquinas diagonales redondeadas 2">
            <a:extLst>
              <a:ext uri="{FF2B5EF4-FFF2-40B4-BE49-F238E27FC236}">
                <a16:creationId xmlns:a16="http://schemas.microsoft.com/office/drawing/2014/main" id="{86F51A53-8CF2-9CA2-BA8B-1782D8212153}"/>
              </a:ext>
            </a:extLst>
          </p:cNvPr>
          <p:cNvSpPr/>
          <p:nvPr/>
        </p:nvSpPr>
        <p:spPr>
          <a:xfrm>
            <a:off x="5253318" y="2029802"/>
            <a:ext cx="2958352" cy="744070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08" name="Google Shape;708;p43"/>
          <p:cNvSpPr txBox="1">
            <a:spLocks noGrp="1"/>
          </p:cNvSpPr>
          <p:nvPr>
            <p:ph type="title" idx="2"/>
          </p:nvPr>
        </p:nvSpPr>
        <p:spPr>
          <a:xfrm>
            <a:off x="713225" y="537600"/>
            <a:ext cx="6566116" cy="4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— La Clase social, factor determinante —</a:t>
            </a:r>
            <a:endParaRPr dirty="0"/>
          </a:p>
        </p:txBody>
      </p:sp>
      <p:sp>
        <p:nvSpPr>
          <p:cNvPr id="709" name="Google Shape;709;p43"/>
          <p:cNvSpPr txBox="1">
            <a:spLocks noGrp="1"/>
          </p:cNvSpPr>
          <p:nvPr>
            <p:ph type="title"/>
          </p:nvPr>
        </p:nvSpPr>
        <p:spPr>
          <a:xfrm>
            <a:off x="5253318" y="2029803"/>
            <a:ext cx="2958352" cy="74406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La Clase tuvo una influencia significativa</a:t>
            </a:r>
            <a:endParaRPr dirty="0"/>
          </a:p>
        </p:txBody>
      </p:sp>
      <p:sp>
        <p:nvSpPr>
          <p:cNvPr id="710" name="Google Shape;710;p43"/>
          <p:cNvSpPr txBox="1">
            <a:spLocks noGrp="1"/>
          </p:cNvSpPr>
          <p:nvPr>
            <p:ph type="subTitle" idx="1"/>
          </p:nvPr>
        </p:nvSpPr>
        <p:spPr>
          <a:xfrm>
            <a:off x="4572000" y="2810788"/>
            <a:ext cx="4320988" cy="193637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Los pasajeros de primera clase tenian mas posibilidad de sobrevivir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-ES" dirty="0"/>
              <a:t>L</a:t>
            </a:r>
            <a:r>
              <a:rPr lang="en" dirty="0"/>
              <a:t>a diferencia de tasas de supervivencia era considerable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-ES" dirty="0"/>
              <a:t>E</a:t>
            </a:r>
            <a:r>
              <a:rPr lang="en" dirty="0"/>
              <a:t>se factor tambien explica las diferencias en la superviviencia de mujeres y niños</a:t>
            </a:r>
            <a:endParaRPr dirty="0"/>
          </a:p>
        </p:txBody>
      </p:sp>
      <p:pic>
        <p:nvPicPr>
          <p:cNvPr id="4" name="Image 8" descr="preencoded.png">
            <a:extLst>
              <a:ext uri="{FF2B5EF4-FFF2-40B4-BE49-F238E27FC236}">
                <a16:creationId xmlns:a16="http://schemas.microsoft.com/office/drawing/2014/main" id="{C4502A1C-37CC-8F1C-779D-C73E3EA839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79" y="4257116"/>
            <a:ext cx="4351856" cy="575981"/>
          </a:xfrm>
          <a:prstGeom prst="rect">
            <a:avLst/>
          </a:prstGeom>
        </p:spPr>
      </p:pic>
      <p:pic>
        <p:nvPicPr>
          <p:cNvPr id="5" name="Image 9" descr="preencoded.png">
            <a:extLst>
              <a:ext uri="{FF2B5EF4-FFF2-40B4-BE49-F238E27FC236}">
                <a16:creationId xmlns:a16="http://schemas.microsoft.com/office/drawing/2014/main" id="{2F4EDAC1-940D-3B2A-BF00-C2B12D53DA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590" y="4368614"/>
            <a:ext cx="171450" cy="3048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D463893E-B4B9-46AF-E6F2-63A3943E1774}"/>
              </a:ext>
            </a:extLst>
          </p:cNvPr>
          <p:cNvSpPr txBox="1"/>
          <p:nvPr/>
        </p:nvSpPr>
        <p:spPr>
          <a:xfrm>
            <a:off x="284040" y="4294862"/>
            <a:ext cx="4015097" cy="452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</a:t>
            </a:r>
            <a:r>
              <a:rPr lang="en-US" sz="9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pasajeros</a:t>
            </a: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9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primera</a:t>
            </a: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</a:t>
            </a: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estaban</a:t>
            </a: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ubicados</a:t>
            </a: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las partes </a:t>
            </a:r>
            <a:r>
              <a:rPr lang="en-US" sz="9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</a:t>
            </a: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altas</a:t>
            </a: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del </a:t>
            </a:r>
            <a:r>
              <a:rPr lang="en-US" sz="9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barco</a:t>
            </a: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lo </a:t>
            </a:r>
            <a:r>
              <a:rPr lang="en-US" sz="9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</a:t>
            </a: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les </a:t>
            </a:r>
            <a:r>
              <a:rPr lang="en-US" sz="9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daba</a:t>
            </a: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</a:t>
            </a: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ventaja</a:t>
            </a: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significativa</a:t>
            </a: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</a:t>
            </a: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9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hundimiento</a:t>
            </a: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9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1E76EE1-724A-BF03-D121-53C38CB089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040" y="1208171"/>
            <a:ext cx="3827828" cy="28070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44"/>
          <p:cNvSpPr txBox="1">
            <a:spLocks noGrp="1"/>
          </p:cNvSpPr>
          <p:nvPr>
            <p:ph type="title" idx="4"/>
          </p:nvPr>
        </p:nvSpPr>
        <p:spPr>
          <a:xfrm>
            <a:off x="385482" y="537600"/>
            <a:ext cx="8435789" cy="4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— Desigualdades en la superviviencia de mujeres y niños —</a:t>
            </a:r>
            <a:endParaRPr sz="2800" dirty="0"/>
          </a:p>
        </p:txBody>
      </p:sp>
      <p:sp>
        <p:nvSpPr>
          <p:cNvPr id="717" name="Google Shape;717;p44"/>
          <p:cNvSpPr txBox="1">
            <a:spLocks noGrp="1"/>
          </p:cNvSpPr>
          <p:nvPr>
            <p:ph type="subTitle" idx="1"/>
          </p:nvPr>
        </p:nvSpPr>
        <p:spPr>
          <a:xfrm>
            <a:off x="5593976" y="1475814"/>
            <a:ext cx="3550024" cy="313008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Las </a:t>
            </a:r>
            <a:r>
              <a:rPr lang="en-US" dirty="0" err="1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niñas</a:t>
            </a:r>
            <a:r>
              <a:rPr lang="en-US" dirty="0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primera</a:t>
            </a:r>
            <a:r>
              <a:rPr lang="en-US" dirty="0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clase</a:t>
            </a:r>
            <a:r>
              <a:rPr lang="en-US" dirty="0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tuvieron</a:t>
            </a:r>
            <a:r>
              <a:rPr lang="en-US" dirty="0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una</a:t>
            </a:r>
            <a:r>
              <a:rPr lang="en-US" dirty="0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tasa</a:t>
            </a:r>
            <a:r>
              <a:rPr lang="en-US" dirty="0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supervivencia</a:t>
            </a:r>
            <a:r>
              <a:rPr lang="en-US" dirty="0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del 100%</a:t>
            </a:r>
            <a:endParaRPr lang="en-US" dirty="0">
              <a:solidFill>
                <a:srgbClr val="00000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Los </a:t>
            </a:r>
            <a:r>
              <a:rPr lang="en-US" dirty="0" err="1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niños</a:t>
            </a:r>
            <a:r>
              <a:rPr lang="en-US" dirty="0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primera</a:t>
            </a:r>
            <a:r>
              <a:rPr lang="en-US" dirty="0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y </a:t>
            </a:r>
            <a:r>
              <a:rPr lang="en-US" dirty="0" err="1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segunda</a:t>
            </a:r>
            <a:r>
              <a:rPr lang="en-US" dirty="0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clase</a:t>
            </a:r>
            <a:r>
              <a:rPr lang="en-US" dirty="0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tuvieron</a:t>
            </a:r>
            <a:r>
              <a:rPr lang="en-US" dirty="0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tasas</a:t>
            </a:r>
            <a:r>
              <a:rPr lang="en-US" dirty="0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supervivencia</a:t>
            </a:r>
            <a:r>
              <a:rPr lang="en-US" dirty="0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del 100%.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En 3a </a:t>
            </a:r>
            <a:r>
              <a:rPr lang="en-US" dirty="0" err="1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clase</a:t>
            </a:r>
            <a:r>
              <a:rPr lang="en-US" dirty="0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, las </a:t>
            </a:r>
            <a:r>
              <a:rPr lang="en-US" dirty="0" err="1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niñas</a:t>
            </a:r>
            <a:r>
              <a:rPr lang="en-US" dirty="0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tuvieron</a:t>
            </a:r>
            <a:r>
              <a:rPr lang="en-US" dirty="0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mayor </a:t>
            </a:r>
            <a:r>
              <a:rPr lang="en-US" dirty="0" err="1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tasa</a:t>
            </a:r>
            <a:r>
              <a:rPr lang="en-US" dirty="0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supervivencia</a:t>
            </a:r>
            <a:r>
              <a:rPr lang="en-US" dirty="0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que</a:t>
            </a:r>
            <a:r>
              <a:rPr lang="en-US" dirty="0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los</a:t>
            </a:r>
            <a:r>
              <a:rPr lang="en-US" dirty="0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niños</a:t>
            </a:r>
            <a:r>
              <a:rPr lang="en-US" dirty="0">
                <a:solidFill>
                  <a:srgbClr val="000000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.</a:t>
            </a:r>
          </a:p>
          <a:p>
            <a:pPr marL="0" indent="0">
              <a:spcAft>
                <a:spcPts val="1200"/>
              </a:spcAft>
            </a:pPr>
            <a:endParaRPr lang="en-US" dirty="0">
              <a:latin typeface="Poppins" panose="020B0604020202020204" charset="0"/>
              <a:cs typeface="Poppins" panose="020B0604020202020204" charset="0"/>
            </a:endParaRPr>
          </a:p>
          <a:p>
            <a:pPr marL="0" lvl="0" indent="0">
              <a:spcAft>
                <a:spcPts val="1200"/>
              </a:spcAft>
            </a:pPr>
            <a:endParaRPr sz="1200" dirty="0">
              <a:latin typeface="Poppins" panose="020B0604020202020204" charset="0"/>
              <a:cs typeface="Poppins" panose="020B060402020202020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095C7DD-6B7F-1635-6F10-15CF5B7CA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482" y="1089212"/>
            <a:ext cx="5143500" cy="3771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45"/>
          <p:cNvSpPr/>
          <p:nvPr/>
        </p:nvSpPr>
        <p:spPr>
          <a:xfrm>
            <a:off x="1797484" y="3909921"/>
            <a:ext cx="1676236" cy="2233873"/>
          </a:xfrm>
          <a:custGeom>
            <a:avLst/>
            <a:gdLst/>
            <a:ahLst/>
            <a:cxnLst/>
            <a:rect l="l" t="t" r="r" b="b"/>
            <a:pathLst>
              <a:path w="51438" h="68550" extrusionOk="0">
                <a:moveTo>
                  <a:pt x="49569" y="1"/>
                </a:moveTo>
                <a:lnTo>
                  <a:pt x="39095" y="13877"/>
                </a:lnTo>
                <a:lnTo>
                  <a:pt x="36760" y="16946"/>
                </a:lnTo>
                <a:lnTo>
                  <a:pt x="35226" y="18947"/>
                </a:lnTo>
                <a:lnTo>
                  <a:pt x="15612" y="44866"/>
                </a:lnTo>
                <a:lnTo>
                  <a:pt x="1" y="68550"/>
                </a:lnTo>
                <a:lnTo>
                  <a:pt x="7306" y="68550"/>
                </a:lnTo>
                <a:lnTo>
                  <a:pt x="40563" y="16913"/>
                </a:lnTo>
                <a:lnTo>
                  <a:pt x="42731" y="13544"/>
                </a:lnTo>
                <a:lnTo>
                  <a:pt x="43165" y="12843"/>
                </a:lnTo>
                <a:lnTo>
                  <a:pt x="51437" y="1"/>
                </a:lnTo>
                <a:close/>
              </a:path>
            </a:pathLst>
          </a:custGeom>
          <a:solidFill>
            <a:srgbClr val="6B919E">
              <a:alpha val="21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45"/>
          <p:cNvSpPr/>
          <p:nvPr/>
        </p:nvSpPr>
        <p:spPr>
          <a:xfrm>
            <a:off x="5667192" y="3909921"/>
            <a:ext cx="1579484" cy="2233873"/>
          </a:xfrm>
          <a:custGeom>
            <a:avLst/>
            <a:gdLst/>
            <a:ahLst/>
            <a:cxnLst/>
            <a:rect l="l" t="t" r="r" b="b"/>
            <a:pathLst>
              <a:path w="48469" h="68550" extrusionOk="0">
                <a:moveTo>
                  <a:pt x="0" y="1"/>
                </a:moveTo>
                <a:cubicBezTo>
                  <a:pt x="434" y="2369"/>
                  <a:pt x="901" y="4904"/>
                  <a:pt x="1401" y="7606"/>
                </a:cubicBezTo>
                <a:cubicBezTo>
                  <a:pt x="4270" y="23250"/>
                  <a:pt x="8139" y="44566"/>
                  <a:pt x="12476" y="68550"/>
                </a:cubicBezTo>
                <a:lnTo>
                  <a:pt x="48468" y="68550"/>
                </a:lnTo>
                <a:lnTo>
                  <a:pt x="3336" y="1"/>
                </a:lnTo>
                <a:close/>
              </a:path>
            </a:pathLst>
          </a:custGeom>
          <a:solidFill>
            <a:srgbClr val="6B919E">
              <a:alpha val="21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29" name="Google Shape;729;p45"/>
          <p:cNvGrpSpPr/>
          <p:nvPr/>
        </p:nvGrpSpPr>
        <p:grpSpPr>
          <a:xfrm>
            <a:off x="825" y="1189176"/>
            <a:ext cx="9144064" cy="4954618"/>
            <a:chOff x="825" y="1189176"/>
            <a:chExt cx="9144064" cy="4954618"/>
          </a:xfrm>
        </p:grpSpPr>
        <p:grpSp>
          <p:nvGrpSpPr>
            <p:cNvPr id="730" name="Google Shape;730;p45"/>
            <p:cNvGrpSpPr/>
            <p:nvPr/>
          </p:nvGrpSpPr>
          <p:grpSpPr>
            <a:xfrm>
              <a:off x="1797484" y="1189176"/>
              <a:ext cx="5450390" cy="4954618"/>
              <a:chOff x="1797484" y="1189176"/>
              <a:chExt cx="5450390" cy="4954618"/>
            </a:xfrm>
          </p:grpSpPr>
          <p:sp>
            <p:nvSpPr>
              <p:cNvPr id="731" name="Google Shape;731;p45"/>
              <p:cNvSpPr/>
              <p:nvPr/>
            </p:nvSpPr>
            <p:spPr>
              <a:xfrm>
                <a:off x="1797484" y="3909921"/>
                <a:ext cx="5450390" cy="2233873"/>
              </a:xfrm>
              <a:custGeom>
                <a:avLst/>
                <a:gdLst/>
                <a:ahLst/>
                <a:cxnLst/>
                <a:rect l="l" t="t" r="r" b="b"/>
                <a:pathLst>
                  <a:path w="167254" h="68550" extrusionOk="0">
                    <a:moveTo>
                      <a:pt x="45166" y="1"/>
                    </a:moveTo>
                    <a:lnTo>
                      <a:pt x="1" y="68550"/>
                    </a:lnTo>
                    <a:lnTo>
                      <a:pt x="167254" y="68550"/>
                    </a:lnTo>
                    <a:lnTo>
                      <a:pt x="122088" y="1"/>
                    </a:lnTo>
                    <a:close/>
                  </a:path>
                </a:pathLst>
              </a:custGeom>
              <a:solidFill>
                <a:srgbClr val="6B919E">
                  <a:alpha val="21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Google Shape;732;p45"/>
              <p:cNvSpPr/>
              <p:nvPr/>
            </p:nvSpPr>
            <p:spPr>
              <a:xfrm>
                <a:off x="2332293" y="3909921"/>
                <a:ext cx="1776247" cy="2233873"/>
              </a:xfrm>
              <a:custGeom>
                <a:avLst/>
                <a:gdLst/>
                <a:ahLst/>
                <a:cxnLst/>
                <a:rect l="l" t="t" r="r" b="b"/>
                <a:pathLst>
                  <a:path w="54507" h="68550" extrusionOk="0">
                    <a:moveTo>
                      <a:pt x="44132" y="1"/>
                    </a:moveTo>
                    <a:lnTo>
                      <a:pt x="34325" y="15245"/>
                    </a:lnTo>
                    <a:lnTo>
                      <a:pt x="0" y="68550"/>
                    </a:lnTo>
                    <a:lnTo>
                      <a:pt x="23084" y="68550"/>
                    </a:lnTo>
                    <a:lnTo>
                      <a:pt x="45566" y="19514"/>
                    </a:lnTo>
                    <a:lnTo>
                      <a:pt x="54506" y="1"/>
                    </a:lnTo>
                    <a:close/>
                  </a:path>
                </a:pathLst>
              </a:custGeom>
              <a:solidFill>
                <a:srgbClr val="6B919E">
                  <a:alpha val="21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Google Shape;733;p45"/>
              <p:cNvSpPr/>
              <p:nvPr/>
            </p:nvSpPr>
            <p:spPr>
              <a:xfrm>
                <a:off x="4495416" y="3909921"/>
                <a:ext cx="951164" cy="2233873"/>
              </a:xfrm>
              <a:custGeom>
                <a:avLst/>
                <a:gdLst/>
                <a:ahLst/>
                <a:cxnLst/>
                <a:rect l="l" t="t" r="r" b="b"/>
                <a:pathLst>
                  <a:path w="29188" h="68550" extrusionOk="0">
                    <a:moveTo>
                      <a:pt x="6838" y="1"/>
                    </a:moveTo>
                    <a:cubicBezTo>
                      <a:pt x="6171" y="6739"/>
                      <a:pt x="5337" y="14978"/>
                      <a:pt x="4403" y="24418"/>
                    </a:cubicBezTo>
                    <a:cubicBezTo>
                      <a:pt x="3136" y="37294"/>
                      <a:pt x="1601" y="52305"/>
                      <a:pt x="0" y="68550"/>
                    </a:cubicBezTo>
                    <a:lnTo>
                      <a:pt x="29188" y="68550"/>
                    </a:lnTo>
                    <a:lnTo>
                      <a:pt x="25151" y="12843"/>
                    </a:lnTo>
                    <a:lnTo>
                      <a:pt x="24217" y="1"/>
                    </a:lnTo>
                    <a:close/>
                  </a:path>
                </a:pathLst>
              </a:custGeom>
              <a:solidFill>
                <a:srgbClr val="6B919E">
                  <a:alpha val="21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Google Shape;734;p45"/>
              <p:cNvSpPr/>
              <p:nvPr/>
            </p:nvSpPr>
            <p:spPr>
              <a:xfrm>
                <a:off x="3494294" y="3909921"/>
                <a:ext cx="935946" cy="2233873"/>
              </a:xfrm>
              <a:custGeom>
                <a:avLst/>
                <a:gdLst/>
                <a:ahLst/>
                <a:cxnLst/>
                <a:rect l="l" t="t" r="r" b="b"/>
                <a:pathLst>
                  <a:path w="28721" h="68550" extrusionOk="0">
                    <a:moveTo>
                      <a:pt x="28287" y="1"/>
                    </a:moveTo>
                    <a:lnTo>
                      <a:pt x="20215" y="19581"/>
                    </a:lnTo>
                    <a:lnTo>
                      <a:pt x="19081" y="22250"/>
                    </a:lnTo>
                    <a:lnTo>
                      <a:pt x="17613" y="25819"/>
                    </a:lnTo>
                    <a:lnTo>
                      <a:pt x="0" y="68550"/>
                    </a:lnTo>
                    <a:lnTo>
                      <a:pt x="3336" y="68550"/>
                    </a:lnTo>
                    <a:cubicBezTo>
                      <a:pt x="9140" y="52938"/>
                      <a:pt x="14411" y="38595"/>
                      <a:pt x="18880" y="26586"/>
                    </a:cubicBezTo>
                    <a:cubicBezTo>
                      <a:pt x="19314" y="25419"/>
                      <a:pt x="19714" y="24251"/>
                      <a:pt x="20148" y="23117"/>
                    </a:cubicBezTo>
                    <a:cubicBezTo>
                      <a:pt x="20515" y="22116"/>
                      <a:pt x="20915" y="21116"/>
                      <a:pt x="21282" y="20115"/>
                    </a:cubicBezTo>
                    <a:cubicBezTo>
                      <a:pt x="24284" y="11976"/>
                      <a:pt x="26819" y="5138"/>
                      <a:pt x="28721" y="1"/>
                    </a:cubicBezTo>
                    <a:close/>
                  </a:path>
                </a:pathLst>
              </a:custGeom>
              <a:solidFill>
                <a:srgbClr val="6B919E">
                  <a:alpha val="21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Google Shape;735;p45"/>
              <p:cNvSpPr/>
              <p:nvPr/>
            </p:nvSpPr>
            <p:spPr>
              <a:xfrm>
                <a:off x="4340389" y="1189176"/>
                <a:ext cx="463101" cy="232642"/>
              </a:xfrm>
              <a:custGeom>
                <a:avLst/>
                <a:gdLst/>
                <a:ahLst/>
                <a:cxnLst/>
                <a:rect l="l" t="t" r="r" b="b"/>
                <a:pathLst>
                  <a:path w="14211" h="7139" extrusionOk="0">
                    <a:moveTo>
                      <a:pt x="7106" y="0"/>
                    </a:moveTo>
                    <a:lnTo>
                      <a:pt x="1" y="7139"/>
                    </a:lnTo>
                    <a:lnTo>
                      <a:pt x="14211" y="7139"/>
                    </a:lnTo>
                    <a:lnTo>
                      <a:pt x="710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Google Shape;736;p45"/>
              <p:cNvSpPr/>
              <p:nvPr/>
            </p:nvSpPr>
            <p:spPr>
              <a:xfrm>
                <a:off x="4390409" y="1421779"/>
                <a:ext cx="362015" cy="183761"/>
              </a:xfrm>
              <a:custGeom>
                <a:avLst/>
                <a:gdLst/>
                <a:ahLst/>
                <a:cxnLst/>
                <a:rect l="l" t="t" r="r" b="b"/>
                <a:pathLst>
                  <a:path w="11109" h="5639" extrusionOk="0">
                    <a:moveTo>
                      <a:pt x="0" y="1"/>
                    </a:moveTo>
                    <a:lnTo>
                      <a:pt x="0" y="5638"/>
                    </a:lnTo>
                    <a:lnTo>
                      <a:pt x="11108" y="5638"/>
                    </a:lnTo>
                    <a:lnTo>
                      <a:pt x="1110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Google Shape;737;p45"/>
              <p:cNvSpPr/>
              <p:nvPr/>
            </p:nvSpPr>
            <p:spPr>
              <a:xfrm>
                <a:off x="4249082" y="1960955"/>
                <a:ext cx="645721" cy="1395755"/>
              </a:xfrm>
              <a:custGeom>
                <a:avLst/>
                <a:gdLst/>
                <a:ahLst/>
                <a:cxnLst/>
                <a:rect l="l" t="t" r="r" b="b"/>
                <a:pathLst>
                  <a:path w="19815" h="42831" extrusionOk="0">
                    <a:moveTo>
                      <a:pt x="3803" y="0"/>
                    </a:moveTo>
                    <a:lnTo>
                      <a:pt x="1" y="42831"/>
                    </a:lnTo>
                    <a:lnTo>
                      <a:pt x="19815" y="42831"/>
                    </a:lnTo>
                    <a:lnTo>
                      <a:pt x="1601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Google Shape;738;p45"/>
              <p:cNvSpPr/>
              <p:nvPr/>
            </p:nvSpPr>
            <p:spPr>
              <a:xfrm>
                <a:off x="4340389" y="1682666"/>
                <a:ext cx="463101" cy="215273"/>
              </a:xfrm>
              <a:custGeom>
                <a:avLst/>
                <a:gdLst/>
                <a:ahLst/>
                <a:cxnLst/>
                <a:rect l="l" t="t" r="r" b="b"/>
                <a:pathLst>
                  <a:path w="14211" h="6606" extrusionOk="0">
                    <a:moveTo>
                      <a:pt x="1" y="1"/>
                    </a:moveTo>
                    <a:lnTo>
                      <a:pt x="1001" y="6605"/>
                    </a:lnTo>
                    <a:lnTo>
                      <a:pt x="13210" y="6605"/>
                    </a:lnTo>
                    <a:lnTo>
                      <a:pt x="1421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Google Shape;739;p45"/>
              <p:cNvSpPr/>
              <p:nvPr/>
            </p:nvSpPr>
            <p:spPr>
              <a:xfrm>
                <a:off x="4408886" y="1442438"/>
                <a:ext cx="326136" cy="142440"/>
              </a:xfrm>
              <a:custGeom>
                <a:avLst/>
                <a:gdLst/>
                <a:ahLst/>
                <a:cxnLst/>
                <a:rect l="l" t="t" r="r" b="b"/>
                <a:pathLst>
                  <a:path w="10008" h="4371" extrusionOk="0">
                    <a:moveTo>
                      <a:pt x="0" y="1"/>
                    </a:moveTo>
                    <a:lnTo>
                      <a:pt x="0" y="4370"/>
                    </a:lnTo>
                    <a:lnTo>
                      <a:pt x="2802" y="4370"/>
                    </a:lnTo>
                    <a:lnTo>
                      <a:pt x="2802" y="1"/>
                    </a:lnTo>
                    <a:close/>
                    <a:moveTo>
                      <a:pt x="3203" y="1"/>
                    </a:moveTo>
                    <a:lnTo>
                      <a:pt x="3203" y="4370"/>
                    </a:lnTo>
                    <a:lnTo>
                      <a:pt x="6805" y="4370"/>
                    </a:lnTo>
                    <a:lnTo>
                      <a:pt x="6805" y="1"/>
                    </a:lnTo>
                    <a:close/>
                    <a:moveTo>
                      <a:pt x="7205" y="1"/>
                    </a:moveTo>
                    <a:lnTo>
                      <a:pt x="7205" y="4370"/>
                    </a:lnTo>
                    <a:lnTo>
                      <a:pt x="10007" y="4370"/>
                    </a:lnTo>
                    <a:lnTo>
                      <a:pt x="1000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Google Shape;740;p45"/>
              <p:cNvSpPr/>
              <p:nvPr/>
            </p:nvSpPr>
            <p:spPr>
              <a:xfrm>
                <a:off x="4431696" y="1960955"/>
                <a:ext cx="280481" cy="1395755"/>
              </a:xfrm>
              <a:custGeom>
                <a:avLst/>
                <a:gdLst/>
                <a:ahLst/>
                <a:cxnLst/>
                <a:rect l="l" t="t" r="r" b="b"/>
                <a:pathLst>
                  <a:path w="8607" h="42831" extrusionOk="0">
                    <a:moveTo>
                      <a:pt x="1669" y="0"/>
                    </a:moveTo>
                    <a:lnTo>
                      <a:pt x="1" y="42831"/>
                    </a:lnTo>
                    <a:lnTo>
                      <a:pt x="8607" y="42831"/>
                    </a:lnTo>
                    <a:lnTo>
                      <a:pt x="697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Google Shape;741;p45"/>
              <p:cNvSpPr/>
              <p:nvPr/>
            </p:nvSpPr>
            <p:spPr>
              <a:xfrm>
                <a:off x="4658889" y="1960955"/>
                <a:ext cx="235901" cy="1395755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42831" extrusionOk="0">
                    <a:moveTo>
                      <a:pt x="0" y="0"/>
                    </a:moveTo>
                    <a:lnTo>
                      <a:pt x="1635" y="42831"/>
                    </a:lnTo>
                    <a:lnTo>
                      <a:pt x="7239" y="42831"/>
                    </a:lnTo>
                    <a:lnTo>
                      <a:pt x="34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Google Shape;742;p45"/>
              <p:cNvSpPr/>
              <p:nvPr/>
            </p:nvSpPr>
            <p:spPr>
              <a:xfrm>
                <a:off x="4658889" y="1682666"/>
                <a:ext cx="144591" cy="215273"/>
              </a:xfrm>
              <a:custGeom>
                <a:avLst/>
                <a:gdLst/>
                <a:ahLst/>
                <a:cxnLst/>
                <a:rect l="l" t="t" r="r" b="b"/>
                <a:pathLst>
                  <a:path w="4437" h="6606" extrusionOk="0">
                    <a:moveTo>
                      <a:pt x="567" y="1"/>
                    </a:moveTo>
                    <a:lnTo>
                      <a:pt x="0" y="6605"/>
                    </a:lnTo>
                    <a:lnTo>
                      <a:pt x="3436" y="6605"/>
                    </a:lnTo>
                    <a:lnTo>
                      <a:pt x="44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Google Shape;743;p45"/>
              <p:cNvSpPr/>
              <p:nvPr/>
            </p:nvSpPr>
            <p:spPr>
              <a:xfrm>
                <a:off x="4455615" y="1682666"/>
                <a:ext cx="232675" cy="215273"/>
              </a:xfrm>
              <a:custGeom>
                <a:avLst/>
                <a:gdLst/>
                <a:ahLst/>
                <a:cxnLst/>
                <a:rect l="l" t="t" r="r" b="b"/>
                <a:pathLst>
                  <a:path w="7140" h="6606" extrusionOk="0">
                    <a:moveTo>
                      <a:pt x="1" y="1"/>
                    </a:moveTo>
                    <a:lnTo>
                      <a:pt x="935" y="6605"/>
                    </a:lnTo>
                    <a:lnTo>
                      <a:pt x="6238" y="6605"/>
                    </a:lnTo>
                    <a:lnTo>
                      <a:pt x="713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Google Shape;744;p45"/>
              <p:cNvSpPr/>
              <p:nvPr/>
            </p:nvSpPr>
            <p:spPr>
              <a:xfrm>
                <a:off x="4404519" y="1952254"/>
                <a:ext cx="26135" cy="77200"/>
              </a:xfrm>
              <a:custGeom>
                <a:avLst/>
                <a:gdLst/>
                <a:ahLst/>
                <a:cxnLst/>
                <a:rect l="l" t="t" r="r" b="b"/>
                <a:pathLst>
                  <a:path w="802" h="2369" extrusionOk="0">
                    <a:moveTo>
                      <a:pt x="1" y="0"/>
                    </a:moveTo>
                    <a:lnTo>
                      <a:pt x="1" y="2369"/>
                    </a:lnTo>
                    <a:lnTo>
                      <a:pt x="801" y="2369"/>
                    </a:lnTo>
                    <a:lnTo>
                      <a:pt x="8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Google Shape;745;p45"/>
              <p:cNvSpPr/>
              <p:nvPr/>
            </p:nvSpPr>
            <p:spPr>
              <a:xfrm>
                <a:off x="4558881" y="1952254"/>
                <a:ext cx="26135" cy="77200"/>
              </a:xfrm>
              <a:custGeom>
                <a:avLst/>
                <a:gdLst/>
                <a:ahLst/>
                <a:cxnLst/>
                <a:rect l="l" t="t" r="r" b="b"/>
                <a:pathLst>
                  <a:path w="802" h="2369" extrusionOk="0">
                    <a:moveTo>
                      <a:pt x="1" y="0"/>
                    </a:moveTo>
                    <a:lnTo>
                      <a:pt x="1" y="2369"/>
                    </a:lnTo>
                    <a:lnTo>
                      <a:pt x="801" y="2369"/>
                    </a:lnTo>
                    <a:lnTo>
                      <a:pt x="8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Google Shape;746;p45"/>
              <p:cNvSpPr/>
              <p:nvPr/>
            </p:nvSpPr>
            <p:spPr>
              <a:xfrm>
                <a:off x="4713243" y="1952254"/>
                <a:ext cx="26103" cy="77200"/>
              </a:xfrm>
              <a:custGeom>
                <a:avLst/>
                <a:gdLst/>
                <a:ahLst/>
                <a:cxnLst/>
                <a:rect l="l" t="t" r="r" b="b"/>
                <a:pathLst>
                  <a:path w="801" h="2369" extrusionOk="0">
                    <a:moveTo>
                      <a:pt x="0" y="0"/>
                    </a:moveTo>
                    <a:lnTo>
                      <a:pt x="0" y="2369"/>
                    </a:lnTo>
                    <a:lnTo>
                      <a:pt x="801" y="2369"/>
                    </a:lnTo>
                    <a:lnTo>
                      <a:pt x="8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Google Shape;747;p45"/>
              <p:cNvSpPr/>
              <p:nvPr/>
            </p:nvSpPr>
            <p:spPr>
              <a:xfrm>
                <a:off x="4538222" y="2147903"/>
                <a:ext cx="67424" cy="120704"/>
              </a:xfrm>
              <a:custGeom>
                <a:avLst/>
                <a:gdLst/>
                <a:ahLst/>
                <a:cxnLst/>
                <a:rect l="l" t="t" r="r" b="b"/>
                <a:pathLst>
                  <a:path w="2069" h="3704" extrusionOk="0">
                    <a:moveTo>
                      <a:pt x="1035" y="0"/>
                    </a:moveTo>
                    <a:cubicBezTo>
                      <a:pt x="434" y="67"/>
                      <a:pt x="1" y="568"/>
                      <a:pt x="67" y="1168"/>
                    </a:cubicBezTo>
                    <a:lnTo>
                      <a:pt x="67" y="3703"/>
                    </a:lnTo>
                    <a:lnTo>
                      <a:pt x="2036" y="3703"/>
                    </a:lnTo>
                    <a:lnTo>
                      <a:pt x="2036" y="1168"/>
                    </a:lnTo>
                    <a:cubicBezTo>
                      <a:pt x="2069" y="568"/>
                      <a:pt x="1635" y="67"/>
                      <a:pt x="103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45"/>
              <p:cNvSpPr/>
              <p:nvPr/>
            </p:nvSpPr>
            <p:spPr>
              <a:xfrm>
                <a:off x="4538222" y="2508799"/>
                <a:ext cx="67424" cy="120672"/>
              </a:xfrm>
              <a:custGeom>
                <a:avLst/>
                <a:gdLst/>
                <a:ahLst/>
                <a:cxnLst/>
                <a:rect l="l" t="t" r="r" b="b"/>
                <a:pathLst>
                  <a:path w="2069" h="3703" extrusionOk="0">
                    <a:moveTo>
                      <a:pt x="1035" y="0"/>
                    </a:moveTo>
                    <a:cubicBezTo>
                      <a:pt x="434" y="33"/>
                      <a:pt x="1" y="567"/>
                      <a:pt x="67" y="1168"/>
                    </a:cubicBezTo>
                    <a:lnTo>
                      <a:pt x="67" y="3703"/>
                    </a:lnTo>
                    <a:lnTo>
                      <a:pt x="2036" y="3703"/>
                    </a:lnTo>
                    <a:lnTo>
                      <a:pt x="2036" y="1168"/>
                    </a:lnTo>
                    <a:cubicBezTo>
                      <a:pt x="2069" y="567"/>
                      <a:pt x="1635" y="33"/>
                      <a:pt x="103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749;p45"/>
              <p:cNvSpPr/>
              <p:nvPr/>
            </p:nvSpPr>
            <p:spPr>
              <a:xfrm>
                <a:off x="4538222" y="2868586"/>
                <a:ext cx="67424" cy="121779"/>
              </a:xfrm>
              <a:custGeom>
                <a:avLst/>
                <a:gdLst/>
                <a:ahLst/>
                <a:cxnLst/>
                <a:rect l="l" t="t" r="r" b="b"/>
                <a:pathLst>
                  <a:path w="2069" h="3737" extrusionOk="0">
                    <a:moveTo>
                      <a:pt x="1035" y="0"/>
                    </a:moveTo>
                    <a:cubicBezTo>
                      <a:pt x="434" y="67"/>
                      <a:pt x="1" y="601"/>
                      <a:pt x="67" y="1201"/>
                    </a:cubicBezTo>
                    <a:lnTo>
                      <a:pt x="67" y="3736"/>
                    </a:lnTo>
                    <a:lnTo>
                      <a:pt x="2036" y="3736"/>
                    </a:lnTo>
                    <a:lnTo>
                      <a:pt x="2036" y="1201"/>
                    </a:lnTo>
                    <a:cubicBezTo>
                      <a:pt x="2069" y="601"/>
                      <a:pt x="1635" y="67"/>
                      <a:pt x="1035" y="34"/>
                    </a:cubicBezTo>
                    <a:lnTo>
                      <a:pt x="103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45"/>
              <p:cNvSpPr/>
              <p:nvPr/>
            </p:nvSpPr>
            <p:spPr>
              <a:xfrm>
                <a:off x="4164292" y="3212081"/>
                <a:ext cx="815307" cy="384826"/>
              </a:xfrm>
              <a:custGeom>
                <a:avLst/>
                <a:gdLst/>
                <a:ahLst/>
                <a:cxnLst/>
                <a:rect l="l" t="t" r="r" b="b"/>
                <a:pathLst>
                  <a:path w="25019" h="11809" extrusionOk="0">
                    <a:moveTo>
                      <a:pt x="1335" y="0"/>
                    </a:moveTo>
                    <a:lnTo>
                      <a:pt x="1" y="11809"/>
                    </a:lnTo>
                    <a:lnTo>
                      <a:pt x="25019" y="11809"/>
                    </a:lnTo>
                    <a:lnTo>
                      <a:pt x="237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Google Shape;751;p45"/>
              <p:cNvSpPr/>
              <p:nvPr/>
            </p:nvSpPr>
            <p:spPr>
              <a:xfrm>
                <a:off x="4394743" y="3212081"/>
                <a:ext cx="355497" cy="384826"/>
              </a:xfrm>
              <a:custGeom>
                <a:avLst/>
                <a:gdLst/>
                <a:ahLst/>
                <a:cxnLst/>
                <a:rect l="l" t="t" r="r" b="b"/>
                <a:pathLst>
                  <a:path w="10909" h="11809" extrusionOk="0">
                    <a:moveTo>
                      <a:pt x="568" y="0"/>
                    </a:moveTo>
                    <a:lnTo>
                      <a:pt x="1" y="11809"/>
                    </a:lnTo>
                    <a:lnTo>
                      <a:pt x="10908" y="11809"/>
                    </a:lnTo>
                    <a:lnTo>
                      <a:pt x="1030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45"/>
              <p:cNvSpPr/>
              <p:nvPr/>
            </p:nvSpPr>
            <p:spPr>
              <a:xfrm>
                <a:off x="4730612" y="3212081"/>
                <a:ext cx="248968" cy="384826"/>
              </a:xfrm>
              <a:custGeom>
                <a:avLst/>
                <a:gdLst/>
                <a:ahLst/>
                <a:cxnLst/>
                <a:rect l="l" t="t" r="r" b="b"/>
                <a:pathLst>
                  <a:path w="7640" h="11809" extrusionOk="0">
                    <a:moveTo>
                      <a:pt x="1" y="0"/>
                    </a:moveTo>
                    <a:lnTo>
                      <a:pt x="601" y="11809"/>
                    </a:lnTo>
                    <a:lnTo>
                      <a:pt x="7640" y="11809"/>
                    </a:lnTo>
                    <a:lnTo>
                      <a:pt x="633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45"/>
              <p:cNvSpPr/>
              <p:nvPr/>
            </p:nvSpPr>
            <p:spPr>
              <a:xfrm>
                <a:off x="4114969" y="3587086"/>
                <a:ext cx="910951" cy="41321"/>
              </a:xfrm>
              <a:custGeom>
                <a:avLst/>
                <a:gdLst/>
                <a:ahLst/>
                <a:cxnLst/>
                <a:rect l="l" t="t" r="r" b="b"/>
                <a:pathLst>
                  <a:path w="27954" h="1268" extrusionOk="0">
                    <a:moveTo>
                      <a:pt x="0" y="0"/>
                    </a:moveTo>
                    <a:lnTo>
                      <a:pt x="0" y="1268"/>
                    </a:lnTo>
                    <a:lnTo>
                      <a:pt x="27953" y="1268"/>
                    </a:lnTo>
                    <a:lnTo>
                      <a:pt x="2795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45"/>
              <p:cNvSpPr/>
              <p:nvPr/>
            </p:nvSpPr>
            <p:spPr>
              <a:xfrm>
                <a:off x="4081274" y="3619705"/>
                <a:ext cx="978342" cy="23919"/>
              </a:xfrm>
              <a:custGeom>
                <a:avLst/>
                <a:gdLst/>
                <a:ahLst/>
                <a:cxnLst/>
                <a:rect l="l" t="t" r="r" b="b"/>
                <a:pathLst>
                  <a:path w="30022" h="734" extrusionOk="0">
                    <a:moveTo>
                      <a:pt x="0" y="0"/>
                    </a:moveTo>
                    <a:lnTo>
                      <a:pt x="0" y="734"/>
                    </a:lnTo>
                    <a:lnTo>
                      <a:pt x="30022" y="734"/>
                    </a:lnTo>
                    <a:lnTo>
                      <a:pt x="300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45"/>
              <p:cNvSpPr/>
              <p:nvPr/>
            </p:nvSpPr>
            <p:spPr>
              <a:xfrm>
                <a:off x="4340389" y="1539188"/>
                <a:ext cx="463101" cy="97860"/>
              </a:xfrm>
              <a:custGeom>
                <a:avLst/>
                <a:gdLst/>
                <a:ahLst/>
                <a:cxnLst/>
                <a:rect l="l" t="t" r="r" b="b"/>
                <a:pathLst>
                  <a:path w="14211" h="3003" extrusionOk="0">
                    <a:moveTo>
                      <a:pt x="3503" y="868"/>
                    </a:moveTo>
                    <a:lnTo>
                      <a:pt x="3503" y="1702"/>
                    </a:lnTo>
                    <a:lnTo>
                      <a:pt x="268" y="1702"/>
                    </a:lnTo>
                    <a:lnTo>
                      <a:pt x="268" y="868"/>
                    </a:lnTo>
                    <a:close/>
                    <a:moveTo>
                      <a:pt x="6972" y="868"/>
                    </a:moveTo>
                    <a:lnTo>
                      <a:pt x="6972" y="1702"/>
                    </a:lnTo>
                    <a:lnTo>
                      <a:pt x="3770" y="1702"/>
                    </a:lnTo>
                    <a:lnTo>
                      <a:pt x="3770" y="868"/>
                    </a:lnTo>
                    <a:close/>
                    <a:moveTo>
                      <a:pt x="10408" y="868"/>
                    </a:moveTo>
                    <a:lnTo>
                      <a:pt x="10408" y="1702"/>
                    </a:lnTo>
                    <a:lnTo>
                      <a:pt x="7239" y="1702"/>
                    </a:lnTo>
                    <a:lnTo>
                      <a:pt x="7239" y="868"/>
                    </a:lnTo>
                    <a:close/>
                    <a:moveTo>
                      <a:pt x="13944" y="868"/>
                    </a:moveTo>
                    <a:lnTo>
                      <a:pt x="13944" y="1702"/>
                    </a:lnTo>
                    <a:lnTo>
                      <a:pt x="10708" y="1702"/>
                    </a:lnTo>
                    <a:lnTo>
                      <a:pt x="10708" y="868"/>
                    </a:lnTo>
                    <a:close/>
                    <a:moveTo>
                      <a:pt x="1" y="0"/>
                    </a:moveTo>
                    <a:lnTo>
                      <a:pt x="1" y="2035"/>
                    </a:lnTo>
                    <a:lnTo>
                      <a:pt x="134" y="2035"/>
                    </a:lnTo>
                    <a:lnTo>
                      <a:pt x="6138" y="3003"/>
                    </a:lnTo>
                    <a:lnTo>
                      <a:pt x="14077" y="2035"/>
                    </a:lnTo>
                    <a:lnTo>
                      <a:pt x="14211" y="2035"/>
                    </a:lnTo>
                    <a:lnTo>
                      <a:pt x="14211" y="0"/>
                    </a:lnTo>
                    <a:lnTo>
                      <a:pt x="13944" y="0"/>
                    </a:lnTo>
                    <a:lnTo>
                      <a:pt x="13944" y="534"/>
                    </a:lnTo>
                    <a:lnTo>
                      <a:pt x="10708" y="534"/>
                    </a:lnTo>
                    <a:lnTo>
                      <a:pt x="10708" y="0"/>
                    </a:lnTo>
                    <a:lnTo>
                      <a:pt x="10442" y="0"/>
                    </a:lnTo>
                    <a:lnTo>
                      <a:pt x="10442" y="534"/>
                    </a:lnTo>
                    <a:lnTo>
                      <a:pt x="7239" y="534"/>
                    </a:lnTo>
                    <a:lnTo>
                      <a:pt x="7239" y="0"/>
                    </a:lnTo>
                    <a:lnTo>
                      <a:pt x="6972" y="0"/>
                    </a:lnTo>
                    <a:lnTo>
                      <a:pt x="6972" y="534"/>
                    </a:lnTo>
                    <a:lnTo>
                      <a:pt x="3803" y="534"/>
                    </a:lnTo>
                    <a:lnTo>
                      <a:pt x="3803" y="0"/>
                    </a:lnTo>
                    <a:lnTo>
                      <a:pt x="3503" y="0"/>
                    </a:lnTo>
                    <a:lnTo>
                      <a:pt x="3503" y="534"/>
                    </a:lnTo>
                    <a:lnTo>
                      <a:pt x="268" y="534"/>
                    </a:lnTo>
                    <a:lnTo>
                      <a:pt x="26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45"/>
              <p:cNvSpPr/>
              <p:nvPr/>
            </p:nvSpPr>
            <p:spPr>
              <a:xfrm>
                <a:off x="4553439" y="1756572"/>
                <a:ext cx="36987" cy="67456"/>
              </a:xfrm>
              <a:custGeom>
                <a:avLst/>
                <a:gdLst/>
                <a:ahLst/>
                <a:cxnLst/>
                <a:rect l="l" t="t" r="r" b="b"/>
                <a:pathLst>
                  <a:path w="1135" h="2070" extrusionOk="0">
                    <a:moveTo>
                      <a:pt x="568" y="1"/>
                    </a:moveTo>
                    <a:cubicBezTo>
                      <a:pt x="234" y="34"/>
                      <a:pt x="1" y="334"/>
                      <a:pt x="1" y="668"/>
                    </a:cubicBezTo>
                    <a:lnTo>
                      <a:pt x="1" y="2069"/>
                    </a:lnTo>
                    <a:lnTo>
                      <a:pt x="1135" y="2069"/>
                    </a:lnTo>
                    <a:lnTo>
                      <a:pt x="1135" y="668"/>
                    </a:lnTo>
                    <a:cubicBezTo>
                      <a:pt x="1135" y="334"/>
                      <a:pt x="901" y="34"/>
                      <a:pt x="56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45"/>
              <p:cNvSpPr/>
              <p:nvPr/>
            </p:nvSpPr>
            <p:spPr>
              <a:xfrm>
                <a:off x="4390409" y="1756572"/>
                <a:ext cx="45688" cy="67456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2070" extrusionOk="0">
                    <a:moveTo>
                      <a:pt x="567" y="1"/>
                    </a:moveTo>
                    <a:cubicBezTo>
                      <a:pt x="234" y="34"/>
                      <a:pt x="0" y="334"/>
                      <a:pt x="100" y="668"/>
                    </a:cubicBezTo>
                    <a:lnTo>
                      <a:pt x="300" y="2069"/>
                    </a:lnTo>
                    <a:lnTo>
                      <a:pt x="1401" y="2069"/>
                    </a:lnTo>
                    <a:lnTo>
                      <a:pt x="1201" y="668"/>
                    </a:lnTo>
                    <a:cubicBezTo>
                      <a:pt x="1168" y="301"/>
                      <a:pt x="901" y="34"/>
                      <a:pt x="56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45"/>
              <p:cNvSpPr/>
              <p:nvPr/>
            </p:nvSpPr>
            <p:spPr>
              <a:xfrm>
                <a:off x="4707801" y="1756572"/>
                <a:ext cx="45688" cy="67456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2070" extrusionOk="0">
                    <a:moveTo>
                      <a:pt x="834" y="1"/>
                    </a:moveTo>
                    <a:cubicBezTo>
                      <a:pt x="501" y="34"/>
                      <a:pt x="234" y="301"/>
                      <a:pt x="201" y="668"/>
                    </a:cubicBezTo>
                    <a:lnTo>
                      <a:pt x="0" y="2069"/>
                    </a:lnTo>
                    <a:lnTo>
                      <a:pt x="1101" y="2069"/>
                    </a:lnTo>
                    <a:lnTo>
                      <a:pt x="1301" y="668"/>
                    </a:lnTo>
                    <a:cubicBezTo>
                      <a:pt x="1401" y="334"/>
                      <a:pt x="1168" y="34"/>
                      <a:pt x="83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45"/>
              <p:cNvSpPr/>
              <p:nvPr/>
            </p:nvSpPr>
            <p:spPr>
              <a:xfrm>
                <a:off x="4340389" y="1605501"/>
                <a:ext cx="463101" cy="77200"/>
              </a:xfrm>
              <a:custGeom>
                <a:avLst/>
                <a:gdLst/>
                <a:ahLst/>
                <a:cxnLst/>
                <a:rect l="l" t="t" r="r" b="b"/>
                <a:pathLst>
                  <a:path w="14211" h="2369" extrusionOk="0">
                    <a:moveTo>
                      <a:pt x="1" y="0"/>
                    </a:moveTo>
                    <a:lnTo>
                      <a:pt x="1" y="2369"/>
                    </a:lnTo>
                    <a:lnTo>
                      <a:pt x="14211" y="2369"/>
                    </a:lnTo>
                    <a:lnTo>
                      <a:pt x="1421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45"/>
              <p:cNvSpPr/>
              <p:nvPr/>
            </p:nvSpPr>
            <p:spPr>
              <a:xfrm>
                <a:off x="4340389" y="1897900"/>
                <a:ext cx="463101" cy="63089"/>
              </a:xfrm>
              <a:custGeom>
                <a:avLst/>
                <a:gdLst/>
                <a:ahLst/>
                <a:cxnLst/>
                <a:rect l="l" t="t" r="r" b="b"/>
                <a:pathLst>
                  <a:path w="14211" h="1936" extrusionOk="0">
                    <a:moveTo>
                      <a:pt x="1" y="0"/>
                    </a:moveTo>
                    <a:lnTo>
                      <a:pt x="1" y="1935"/>
                    </a:lnTo>
                    <a:lnTo>
                      <a:pt x="14211" y="1935"/>
                    </a:lnTo>
                    <a:lnTo>
                      <a:pt x="1421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45"/>
              <p:cNvSpPr/>
              <p:nvPr/>
            </p:nvSpPr>
            <p:spPr>
              <a:xfrm>
                <a:off x="3269285" y="3643591"/>
                <a:ext cx="2506696" cy="266370"/>
              </a:xfrm>
              <a:custGeom>
                <a:avLst/>
                <a:gdLst/>
                <a:ahLst/>
                <a:cxnLst/>
                <a:rect l="l" t="t" r="r" b="b"/>
                <a:pathLst>
                  <a:path w="76922" h="8174" extrusionOk="0">
                    <a:moveTo>
                      <a:pt x="23784" y="1"/>
                    </a:moveTo>
                    <a:lnTo>
                      <a:pt x="22416" y="1502"/>
                    </a:lnTo>
                    <a:lnTo>
                      <a:pt x="15345" y="1502"/>
                    </a:lnTo>
                    <a:lnTo>
                      <a:pt x="13143" y="3970"/>
                    </a:lnTo>
                    <a:lnTo>
                      <a:pt x="6271" y="3970"/>
                    </a:lnTo>
                    <a:lnTo>
                      <a:pt x="4337" y="6139"/>
                    </a:lnTo>
                    <a:lnTo>
                      <a:pt x="1835" y="6139"/>
                    </a:lnTo>
                    <a:lnTo>
                      <a:pt x="0" y="8174"/>
                    </a:lnTo>
                    <a:lnTo>
                      <a:pt x="76922" y="8174"/>
                    </a:lnTo>
                    <a:lnTo>
                      <a:pt x="72485" y="3970"/>
                    </a:lnTo>
                    <a:lnTo>
                      <a:pt x="69183" y="3970"/>
                    </a:lnTo>
                    <a:lnTo>
                      <a:pt x="67115" y="2069"/>
                    </a:lnTo>
                    <a:lnTo>
                      <a:pt x="58509" y="2069"/>
                    </a:lnTo>
                    <a:lnTo>
                      <a:pt x="5664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45"/>
              <p:cNvSpPr/>
              <p:nvPr/>
            </p:nvSpPr>
            <p:spPr>
              <a:xfrm>
                <a:off x="3410579" y="3772960"/>
                <a:ext cx="955531" cy="70682"/>
              </a:xfrm>
              <a:custGeom>
                <a:avLst/>
                <a:gdLst/>
                <a:ahLst/>
                <a:cxnLst/>
                <a:rect l="l" t="t" r="r" b="b"/>
                <a:pathLst>
                  <a:path w="29322" h="2169" extrusionOk="0">
                    <a:moveTo>
                      <a:pt x="1935" y="0"/>
                    </a:moveTo>
                    <a:lnTo>
                      <a:pt x="1" y="2169"/>
                    </a:lnTo>
                    <a:lnTo>
                      <a:pt x="293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45"/>
              <p:cNvSpPr/>
              <p:nvPr/>
            </p:nvSpPr>
            <p:spPr>
              <a:xfrm>
                <a:off x="4945435" y="3772960"/>
                <a:ext cx="739182" cy="51130"/>
              </a:xfrm>
              <a:custGeom>
                <a:avLst/>
                <a:gdLst/>
                <a:ahLst/>
                <a:cxnLst/>
                <a:rect l="l" t="t" r="r" b="b"/>
                <a:pathLst>
                  <a:path w="22683" h="1569" extrusionOk="0">
                    <a:moveTo>
                      <a:pt x="21048" y="0"/>
                    </a:moveTo>
                    <a:lnTo>
                      <a:pt x="0" y="768"/>
                    </a:lnTo>
                    <a:lnTo>
                      <a:pt x="22683" y="1568"/>
                    </a:lnTo>
                    <a:lnTo>
                      <a:pt x="2104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64" name="Google Shape;764;p45"/>
            <p:cNvSpPr/>
            <p:nvPr/>
          </p:nvSpPr>
          <p:spPr>
            <a:xfrm>
              <a:off x="825" y="3909925"/>
              <a:ext cx="9144064" cy="2091863"/>
            </a:xfrm>
            <a:custGeom>
              <a:avLst/>
              <a:gdLst/>
              <a:ahLst/>
              <a:cxnLst/>
              <a:rect l="l" t="t" r="r" b="b"/>
              <a:pathLst>
                <a:path w="208483" h="100173" extrusionOk="0">
                  <a:moveTo>
                    <a:pt x="0" y="1"/>
                  </a:moveTo>
                  <a:lnTo>
                    <a:pt x="208482" y="1"/>
                  </a:lnTo>
                  <a:lnTo>
                    <a:pt x="208482" y="100172"/>
                  </a:lnTo>
                  <a:lnTo>
                    <a:pt x="0" y="100172"/>
                  </a:lnTo>
                  <a:close/>
                </a:path>
              </a:pathLst>
            </a:custGeom>
            <a:gradFill>
              <a:gsLst>
                <a:gs pos="0">
                  <a:srgbClr val="D0F3FF">
                    <a:alpha val="32549"/>
                  </a:srgbClr>
                </a:gs>
                <a:gs pos="50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Rectángulo: esquinas diagonales redondeadas 13">
            <a:extLst>
              <a:ext uri="{FF2B5EF4-FFF2-40B4-BE49-F238E27FC236}">
                <a16:creationId xmlns:a16="http://schemas.microsoft.com/office/drawing/2014/main" id="{6EF7FC8A-11B6-3667-778A-2A8C00FA5E60}"/>
              </a:ext>
            </a:extLst>
          </p:cNvPr>
          <p:cNvSpPr/>
          <p:nvPr/>
        </p:nvSpPr>
        <p:spPr>
          <a:xfrm>
            <a:off x="797428" y="4090387"/>
            <a:ext cx="7575176" cy="842150"/>
          </a:xfrm>
          <a:prstGeom prst="round2DiagRect">
            <a:avLst/>
          </a:prstGeom>
          <a:solidFill>
            <a:schemeClr val="accent6">
              <a:alpha val="50000"/>
            </a:schemeClr>
          </a:solidFill>
          <a:ln w="5715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E0D1DE9-734E-47F1-9F17-5994860BAFC2}"/>
              </a:ext>
            </a:extLst>
          </p:cNvPr>
          <p:cNvSpPr txBox="1"/>
          <p:nvPr/>
        </p:nvSpPr>
        <p:spPr>
          <a:xfrm>
            <a:off x="797428" y="4138977"/>
            <a:ext cx="7549144" cy="601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100" b="1" dirty="0" err="1">
                <a:solidFill>
                  <a:schemeClr val="bg1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Conclusión</a:t>
            </a:r>
            <a:r>
              <a:rPr lang="en-US" sz="1100" b="1" dirty="0">
                <a:solidFill>
                  <a:schemeClr val="bg1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:</a:t>
            </a:r>
            <a:r>
              <a:rPr lang="en-US" sz="1100" dirty="0">
                <a:solidFill>
                  <a:schemeClr val="bg1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Aunque</a:t>
            </a:r>
            <a:r>
              <a:rPr lang="en-US" sz="1100" dirty="0">
                <a:solidFill>
                  <a:schemeClr val="bg1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el</a:t>
            </a:r>
            <a:r>
              <a:rPr lang="en-US" sz="1100" dirty="0">
                <a:solidFill>
                  <a:schemeClr val="bg1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puerto</a:t>
            </a:r>
            <a:r>
              <a:rPr lang="en-US" sz="1100" dirty="0">
                <a:solidFill>
                  <a:schemeClr val="bg1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de </a:t>
            </a:r>
            <a:r>
              <a:rPr lang="en-US" sz="1100" dirty="0" err="1">
                <a:solidFill>
                  <a:schemeClr val="bg1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embarque</a:t>
            </a:r>
            <a:r>
              <a:rPr lang="en-US" sz="1100" dirty="0">
                <a:solidFill>
                  <a:schemeClr val="bg1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muestra</a:t>
            </a:r>
            <a:r>
              <a:rPr lang="en-US" sz="1100" dirty="0">
                <a:solidFill>
                  <a:schemeClr val="bg1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influencia</a:t>
            </a:r>
            <a:r>
              <a:rPr lang="en-US" sz="1100" dirty="0">
                <a:solidFill>
                  <a:schemeClr val="bg1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en</a:t>
            </a:r>
            <a:r>
              <a:rPr lang="en-US" sz="1100" dirty="0">
                <a:solidFill>
                  <a:schemeClr val="bg1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las </a:t>
            </a:r>
            <a:r>
              <a:rPr lang="en-US" sz="1100" dirty="0" err="1">
                <a:solidFill>
                  <a:schemeClr val="bg1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tasas</a:t>
            </a:r>
            <a:r>
              <a:rPr lang="en-US" sz="1100" dirty="0">
                <a:solidFill>
                  <a:schemeClr val="bg1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de </a:t>
            </a:r>
            <a:r>
              <a:rPr lang="en-US" sz="1100" dirty="0" err="1">
                <a:solidFill>
                  <a:schemeClr val="bg1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supervivencia</a:t>
            </a:r>
            <a:r>
              <a:rPr lang="en-US" sz="1100" dirty="0">
                <a:solidFill>
                  <a:schemeClr val="bg1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, </a:t>
            </a:r>
            <a:r>
              <a:rPr lang="en-US" sz="1100" dirty="0" err="1">
                <a:solidFill>
                  <a:schemeClr val="bg1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esta</a:t>
            </a:r>
            <a:r>
              <a:rPr lang="en-US" sz="1100" dirty="0">
                <a:solidFill>
                  <a:schemeClr val="bg1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se </a:t>
            </a:r>
            <a:r>
              <a:rPr lang="en-US" sz="1100" dirty="0" err="1">
                <a:solidFill>
                  <a:schemeClr val="bg1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explica</a:t>
            </a:r>
            <a:r>
              <a:rPr lang="en-US" sz="1100" dirty="0">
                <a:solidFill>
                  <a:schemeClr val="bg1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principalmente</a:t>
            </a:r>
            <a:r>
              <a:rPr lang="en-US" sz="1100" dirty="0">
                <a:solidFill>
                  <a:schemeClr val="bg1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por</a:t>
            </a:r>
            <a:r>
              <a:rPr lang="en-US" sz="1100" dirty="0">
                <a:solidFill>
                  <a:schemeClr val="bg1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la </a:t>
            </a:r>
            <a:r>
              <a:rPr lang="en-US" sz="1100" dirty="0" err="1">
                <a:solidFill>
                  <a:schemeClr val="bg1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distribución</a:t>
            </a:r>
            <a:r>
              <a:rPr lang="en-US" sz="1100" dirty="0">
                <a:solidFill>
                  <a:schemeClr val="bg1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de </a:t>
            </a:r>
            <a:r>
              <a:rPr lang="en-US" sz="1100" dirty="0" err="1">
                <a:solidFill>
                  <a:schemeClr val="bg1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clases</a:t>
            </a:r>
            <a:r>
              <a:rPr lang="en-US" sz="1100" dirty="0">
                <a:solidFill>
                  <a:schemeClr val="bg1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sociales</a:t>
            </a:r>
            <a:r>
              <a:rPr lang="en-US" sz="1100" dirty="0">
                <a:solidFill>
                  <a:schemeClr val="bg1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en</a:t>
            </a:r>
            <a:r>
              <a:rPr lang="en-US" sz="1100" dirty="0">
                <a:solidFill>
                  <a:schemeClr val="bg1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cada</a:t>
            </a:r>
            <a:r>
              <a:rPr lang="en-US" sz="1100" dirty="0">
                <a:solidFill>
                  <a:schemeClr val="bg1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puerto</a:t>
            </a:r>
            <a:r>
              <a:rPr lang="en-US" sz="1100" dirty="0">
                <a:solidFill>
                  <a:schemeClr val="bg1"/>
                </a:solidFill>
                <a:latin typeface="Poppins" panose="020B0604020202020204" charset="0"/>
                <a:ea typeface="Arial" pitchFamily="34" charset="-122"/>
                <a:cs typeface="Poppins" panose="020B0604020202020204" charset="0"/>
              </a:rPr>
              <a:t>.</a:t>
            </a:r>
            <a:endParaRPr lang="en-US" sz="1100" dirty="0">
              <a:solidFill>
                <a:schemeClr val="bg1"/>
              </a:solidFill>
              <a:latin typeface="Poppins" panose="020B0604020202020204" charset="0"/>
              <a:cs typeface="Poppins" panose="020B0604020202020204" charset="0"/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3164A617-D3D4-3A52-E989-C6FB46E84A87}"/>
              </a:ext>
            </a:extLst>
          </p:cNvPr>
          <p:cNvSpPr/>
          <p:nvPr/>
        </p:nvSpPr>
        <p:spPr>
          <a:xfrm>
            <a:off x="473105" y="2609197"/>
            <a:ext cx="321200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S: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Mayoritariamente clase baja (72.4%)</a:t>
            </a:r>
            <a:endParaRPr lang="en-US" sz="1200" dirty="0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E4B34540-D2CA-D57B-6331-B8763422A52B}"/>
              </a:ext>
            </a:extLst>
          </p:cNvPr>
          <p:cNvSpPr/>
          <p:nvPr/>
        </p:nvSpPr>
        <p:spPr>
          <a:xfrm>
            <a:off x="468171" y="2896357"/>
            <a:ext cx="317128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C: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Mayoritariamente clase </a:t>
            </a:r>
            <a:r>
              <a:rPr lang="en-US" sz="12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.9%)</a:t>
            </a:r>
            <a:endParaRPr lang="en-US" sz="1200" dirty="0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62D4A42E-D88D-1B0A-C33B-23026DE15520}"/>
              </a:ext>
            </a:extLst>
          </p:cNvPr>
          <p:cNvSpPr/>
          <p:nvPr/>
        </p:nvSpPr>
        <p:spPr>
          <a:xfrm>
            <a:off x="468171" y="3177514"/>
            <a:ext cx="338470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Mayoritariamente clase media (</a:t>
            </a: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8.7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%)</a:t>
            </a:r>
            <a:endParaRPr lang="en-US" sz="1200" dirty="0"/>
          </a:p>
        </p:txBody>
      </p:sp>
      <p:pic>
        <p:nvPicPr>
          <p:cNvPr id="21" name="Image 9" descr="preencoded.png">
            <a:extLst>
              <a:ext uri="{FF2B5EF4-FFF2-40B4-BE49-F238E27FC236}">
                <a16:creationId xmlns:a16="http://schemas.microsoft.com/office/drawing/2014/main" id="{320547CE-5B5A-BB39-E75E-862F16B0DC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220" y="2647297"/>
            <a:ext cx="171450" cy="152400"/>
          </a:xfrm>
          <a:prstGeom prst="rect">
            <a:avLst/>
          </a:prstGeom>
        </p:spPr>
      </p:pic>
      <p:pic>
        <p:nvPicPr>
          <p:cNvPr id="22" name="Image 9" descr="preencoded.png">
            <a:extLst>
              <a:ext uri="{FF2B5EF4-FFF2-40B4-BE49-F238E27FC236}">
                <a16:creationId xmlns:a16="http://schemas.microsoft.com/office/drawing/2014/main" id="{430340AD-A38A-0E34-CB5B-E48E832D8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107" y="2932817"/>
            <a:ext cx="171450" cy="152400"/>
          </a:xfrm>
          <a:prstGeom prst="rect">
            <a:avLst/>
          </a:prstGeom>
        </p:spPr>
      </p:pic>
      <p:pic>
        <p:nvPicPr>
          <p:cNvPr id="23" name="Image 9" descr="preencoded.png">
            <a:extLst>
              <a:ext uri="{FF2B5EF4-FFF2-40B4-BE49-F238E27FC236}">
                <a16:creationId xmlns:a16="http://schemas.microsoft.com/office/drawing/2014/main" id="{38391EF9-4E00-B4A0-9CF1-FCCB8930AF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245" y="3219742"/>
            <a:ext cx="171450" cy="1524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591D5E5-FF84-09ED-A885-35A596C388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1005" y="112061"/>
            <a:ext cx="3774330" cy="298688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FF32031-2B79-4ABD-0D77-3E9779FD3A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849" y="96863"/>
            <a:ext cx="2293855" cy="23940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itanic Remembrance Day by Slidesgo">
  <a:themeElements>
    <a:clrScheme name="Simple Light">
      <a:dk1>
        <a:srgbClr val="000000"/>
      </a:dk1>
      <a:lt1>
        <a:srgbClr val="FFFFFF"/>
      </a:lt1>
      <a:dk2>
        <a:srgbClr val="93BFCE"/>
      </a:dk2>
      <a:lt2>
        <a:srgbClr val="E0E8EA"/>
      </a:lt2>
      <a:accent1>
        <a:srgbClr val="D0F3FF"/>
      </a:accent1>
      <a:accent2>
        <a:srgbClr val="A5D5E5"/>
      </a:accent2>
      <a:accent3>
        <a:srgbClr val="6B919E"/>
      </a:accent3>
      <a:accent4>
        <a:srgbClr val="567682"/>
      </a:accent4>
      <a:accent5>
        <a:srgbClr val="354A50"/>
      </a:accent5>
      <a:accent6>
        <a:srgbClr val="263236"/>
      </a:accent6>
      <a:hlink>
        <a:srgbClr val="26323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295</Words>
  <Application>Microsoft Office PowerPoint</Application>
  <PresentationFormat>Presentación en pantalla (16:9)</PresentationFormat>
  <Paragraphs>30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Abel</vt:lpstr>
      <vt:lpstr>Arial</vt:lpstr>
      <vt:lpstr>Poppins</vt:lpstr>
      <vt:lpstr>Didact Gothic</vt:lpstr>
      <vt:lpstr>Titanic Remembrance Day by Slidesgo</vt:lpstr>
      <vt:lpstr>TITANIC</vt:lpstr>
      <vt:lpstr>— La Tragedia—</vt:lpstr>
      <vt:lpstr>— Mujeres y Niños primero:¿Realidad o Mito?—</vt:lpstr>
      <vt:lpstr>— La Clase social, factor determinante —</vt:lpstr>
      <vt:lpstr>— Desigualdades en la superviviencia de mujeres y niños —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Blanca Garcia Bartomeu</dc:creator>
  <cp:lastModifiedBy>Blanca Garcia Bartomeu</cp:lastModifiedBy>
  <cp:revision>3</cp:revision>
  <dcterms:modified xsi:type="dcterms:W3CDTF">2025-12-10T10:23:37Z</dcterms:modified>
</cp:coreProperties>
</file>